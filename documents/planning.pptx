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69" r:id="rId16"/>
    <p:sldId id="284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82" r:id="rId26"/>
    <p:sldId id="279" r:id="rId27"/>
    <p:sldId id="280" r:id="rId28"/>
    <p:sldId id="281" r:id="rId29"/>
    <p:sldId id="285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D5"/>
    <a:srgbClr val="FFEBAB"/>
    <a:srgbClr val="FFC710"/>
    <a:srgbClr val="FFFFFF"/>
    <a:srgbClr val="C9BF37"/>
    <a:srgbClr val="E0D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WA* h_add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Problem 1 (ms)</c:v>
                </c:pt>
                <c:pt idx="1">
                  <c:v>Problem 2 (ms)</c:v>
                </c:pt>
                <c:pt idx="2">
                  <c:v>Problem 3 (ds)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63</c:v>
                </c:pt>
                <c:pt idx="1">
                  <c:v>195</c:v>
                </c:pt>
                <c:pt idx="2">
                  <c:v>84.94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5D-4A95-B6D3-CCE5F9425CF2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WA* h_max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Problem 1 (ms)</c:v>
                </c:pt>
                <c:pt idx="1">
                  <c:v>Problem 2 (ms)</c:v>
                </c:pt>
                <c:pt idx="2">
                  <c:v>Problem 3 (ds)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74</c:v>
                </c:pt>
                <c:pt idx="1">
                  <c:v>925</c:v>
                </c:pt>
                <c:pt idx="2">
                  <c:v>390.47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5D-4A95-B6D3-CCE5F9425C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7270255"/>
        <c:axId val="677266895"/>
      </c:barChart>
      <c:catAx>
        <c:axId val="6772702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77266895"/>
        <c:crosses val="autoZero"/>
        <c:auto val="1"/>
        <c:lblAlgn val="ctr"/>
        <c:lblOffset val="100"/>
        <c:noMultiLvlLbl val="0"/>
      </c:catAx>
      <c:valAx>
        <c:axId val="67726689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77270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3A28CB-22D4-F1B1-BEC3-CF0946D5A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F7A30C-C53D-659E-BF57-5F01B32FB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1816C8-5D63-4AD5-B8F8-AFEE3087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FCAB74-55C8-9CED-3C57-DA1D8E22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4956FC-F55F-A98E-001E-93D94458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268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ECCEB5-B495-C587-4CA2-6596F18D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397CD7-3D31-B63B-4FBC-CF594C979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47405E-42CD-5AE6-A7B4-A2DFCB2B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9BA4BC-5E68-FB5F-3D0A-842D63EC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954ABD-D312-0473-8F7C-524EBDDC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996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5040A0-50C7-0A8A-2879-A66E7224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39346E-3450-7F6F-71A2-CD5D92AA9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465732-F72E-D265-6B65-F4A19092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54D7B7-90A1-8B0F-64E5-75E7AAD1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EC7684-FBBD-3635-73C3-F595FB0C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38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813D55-5A41-C769-1345-9D2433E4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366223-6308-C495-D2C0-D2FE2DA3E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79C9169-CE48-9D1F-3CC4-DB820618A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42D29CF-B628-422B-775F-638DFA4D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A7BA909-7BF3-A99D-B9D8-5113104D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3F2F18-3A5E-98C5-C1E1-E2A0782A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87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E94711-E989-798A-3585-02E90EBF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C2C196-D733-F063-7C6B-070F16241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85C4A1-9BE8-29C1-D744-FFCA5E163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9F3D9F2-3731-ACA0-AA39-0C4525F955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9560B71-72BF-BB50-2E90-BA6FB9C35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3F36E56-E990-D22A-5EAE-631E18D2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8808D5C-F073-CBD1-458E-2E92D64D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8B0F94-E194-7ACB-DDD4-A1D8D3A0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261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1548D5-0121-7901-BE4E-95E3D7FE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7AD8BBD-AE53-B0CF-4A8B-10EB44A3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5EF7295-3390-EBF5-24F5-B01BB471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2C1170-D1D9-6C77-1A90-13B3BED8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723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16B1372-BD17-8047-6506-5DEE131B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39A019A-5E91-1379-77CD-767DAED3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929E80-6667-875D-067D-976080E9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19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8E5975-9B14-721F-E312-915325B8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D5CC84-C1FE-FD96-7C53-E9199754B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78E02E-2F23-9712-212E-DFA4303D5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47BD0E-497F-2BAE-0264-82FF8D5B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CAFEF0-7ACE-43F9-82B0-7FE818A9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548E8B-75F3-7C35-4936-E3061922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128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046FC0-650C-CC2B-A7AA-E4966520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F7C20E-19F7-7DB7-BDBA-8EC14044F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64E4FB-12D1-59A0-F786-9DFDC6E74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F2F288-3452-32F2-54D3-5A8CBB07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154B2C-CA1C-7FB3-267B-0A367C3B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254869B-5A32-AE9F-A748-9731A999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545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37E45B-D0EA-59E0-02FA-420FA98C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AE44365-24E7-5FF3-026A-AEA9AFDA7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DF8822-BB78-6DF6-924C-B489F373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9300C4-C81E-1777-C436-9F989E75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CE13ED-1FBB-E997-41C3-301FF550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538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6CFD6C9-1889-C1B0-348B-6F085C13F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4DED2D2-CD9D-39D0-7028-08F96C70B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CDB8FC-C2C6-38EE-29F4-C0FB3EDF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9AC4B2-3ED3-A8EF-F0FD-D7D0E92F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6AF6EE-5021-1E64-BA1F-482E390F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35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DEFF8D1-A0E0-1FCA-82C4-27256B28B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99AFEE-E27F-F346-38B4-E46D75B9A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CFD0E5-4E47-6BF7-528D-D845FDCE7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EA6A2-B04A-4BC0-96DE-6467331432F2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9A88D1-53EC-497B-915E-543669E32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58D09B-0B79-5292-B305-4F0B6278E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BBC32-35E8-4D81-A426-2E8D4D9B0A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408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Taxi gialli allineati sulla strada">
            <a:extLst>
              <a:ext uri="{FF2B5EF4-FFF2-40B4-BE49-F238E27FC236}">
                <a16:creationId xmlns:a16="http://schemas.microsoft.com/office/drawing/2014/main" id="{7DB223BD-842D-B0FE-F064-5ACAFCEB6C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8" b="946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1954327-14C9-F821-9D6A-6E22EB046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Lucida Console" panose="020B0609040504020204" pitchFamily="49" charset="0"/>
              </a:rPr>
              <a:t>Taxi Planning	</a:t>
            </a:r>
            <a:endParaRPr lang="it-IT" b="1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8A517E-E114-CE96-6F12-4465D57E0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Lucida Console" panose="020B0609040504020204" pitchFamily="49" charset="0"/>
              </a:rPr>
              <a:t>Giovanni Di Nola 1894682</a:t>
            </a:r>
          </a:p>
          <a:p>
            <a:r>
              <a:rPr lang="en-US">
                <a:solidFill>
                  <a:srgbClr val="FFFFFF"/>
                </a:solidFill>
                <a:latin typeface="Lucida Console" panose="020B0609040504020204" pitchFamily="49" charset="0"/>
              </a:rPr>
              <a:t>Serena Ragaglia 1941007</a:t>
            </a:r>
            <a:endParaRPr lang="it-IT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352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C47B5719-F0C0-864B-A27A-AC6555B3D9F9}"/>
              </a:ext>
            </a:extLst>
          </p:cNvPr>
          <p:cNvSpPr/>
          <p:nvPr/>
        </p:nvSpPr>
        <p:spPr>
          <a:xfrm>
            <a:off x="490220" y="1806071"/>
            <a:ext cx="7254240" cy="435133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6A9CD77-37B0-BC16-912D-110178DE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120" y="362770"/>
            <a:ext cx="2545080" cy="1325563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Domain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DFEA76-4651-9303-6886-52F1DB200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1033"/>
            <a:ext cx="6558280" cy="3701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goal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is to manage the movement of a taxi in a map of interconnected location, handling traffic, clients’ requests and battery level.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Passengers are in different locations and have an active request to reach a destination. The taxi has to reach the location, pick up the passenger, move to passenger’s destination and drop them off. 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 taxi has limited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battery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that can be recharged by reaching a recharge station, a specific type of location.</a:t>
            </a:r>
          </a:p>
          <a:p>
            <a:pPr marL="0" indent="0"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Traffic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lights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congestions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increase the cost of crossing specific locations and roads.</a:t>
            </a:r>
            <a:endParaRPr lang="it-IT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raphic 6" descr="Taxi">
            <a:extLst>
              <a:ext uri="{FF2B5EF4-FFF2-40B4-BE49-F238E27FC236}">
                <a16:creationId xmlns:a16="http://schemas.microsoft.com/office/drawing/2014/main" id="{06B1E4B0-67BF-F133-D3CB-CF8268B32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6772" y="2131033"/>
            <a:ext cx="3343248" cy="334324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ABBB470-26F8-40FD-01E8-6E273B1FB553}"/>
              </a:ext>
            </a:extLst>
          </p:cNvPr>
          <p:cNvCxnSpPr/>
          <p:nvPr/>
        </p:nvCxnSpPr>
        <p:spPr>
          <a:xfrm>
            <a:off x="660400" y="1412240"/>
            <a:ext cx="1078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79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4D31D9-02E3-7E1E-7D86-0606855E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(road ?l1 ?l2 – location)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there is a direct road connection from location `?l1` to location `?l2`. This represents the physical infrastructure allowing the taxi to travel between two locations.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trafficLight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?l1 ?l2 - location)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there is a traffic light controlling the road from location `?l1` to location `?l2`. The taxi must check the light color before passing through.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lightColor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?c - color ?l1 ?l2 - location)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Specifies the current color `?c` of the traffic light on the road from `?l1` to `?l2`. Used to determine if the taxi can proceed through a traffic light.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taxiAt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?l - location)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the current location of the taxi. The taxi can only be at one location at a time.</a:t>
            </a:r>
          </a:p>
          <a:p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67EB59D0-BF51-AD8B-2BB3-5AA5D753B082}"/>
              </a:ext>
            </a:extLst>
          </p:cNvPr>
          <p:cNvCxnSpPr/>
          <p:nvPr/>
        </p:nvCxnSpPr>
        <p:spPr>
          <a:xfrm>
            <a:off x="660400" y="1412240"/>
            <a:ext cx="1078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itolo 1">
            <a:extLst>
              <a:ext uri="{FF2B5EF4-FFF2-40B4-BE49-F238E27FC236}">
                <a16:creationId xmlns:a16="http://schemas.microsoft.com/office/drawing/2014/main" id="{24F02F45-172C-5EF3-8BA3-C97D059ECF10}"/>
              </a:ext>
            </a:extLst>
          </p:cNvPr>
          <p:cNvSpPr txBox="1">
            <a:spLocks/>
          </p:cNvSpPr>
          <p:nvPr/>
        </p:nvSpPr>
        <p:spPr>
          <a:xfrm>
            <a:off x="1214120" y="362770"/>
            <a:ext cx="25450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ucida Console" panose="020B0609040504020204" pitchFamily="49" charset="0"/>
              </a:rPr>
              <a:t>PDDL</a:t>
            </a:r>
            <a:endParaRPr lang="it-IT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6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E0BF6F-EBFB-9174-FFDC-6AC57E022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664" y="1619377"/>
            <a:ext cx="10710672" cy="5137023"/>
          </a:xfrm>
        </p:spPr>
        <p:txBody>
          <a:bodyPr>
            <a:no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passengerAt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?p - passenger ?l - location)`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passenger `?p` is currently at location `?l`. Used to track passenger positions when they are not in the taxi.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requestTo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?p - passenger ?l - location)`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passenger `?p` has requested transportation to location `?l`. This represents the passenger's desired destination.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onTaxi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?p - passenger)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passenger `?p` is currently riding in the taxi. Only one passenger can be in the taxi at a time in this domain.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(congested ?l - location)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location `?l` is congested (high traffic). Travel costs are increased when entering congested locations.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chargeStation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?l - location)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Indicates that location `?l` has a charging station where the taxi can recharge its battery.</a:t>
            </a:r>
          </a:p>
          <a:p>
            <a:pPr marL="0" indent="0">
              <a:buNone/>
            </a:pP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it-IT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577BE3F3-7251-7D79-90AA-AE303F619BCA}"/>
              </a:ext>
            </a:extLst>
          </p:cNvPr>
          <p:cNvCxnSpPr/>
          <p:nvPr/>
        </p:nvCxnSpPr>
        <p:spPr>
          <a:xfrm>
            <a:off x="660400" y="1412240"/>
            <a:ext cx="1078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itolo 1">
            <a:extLst>
              <a:ext uri="{FF2B5EF4-FFF2-40B4-BE49-F238E27FC236}">
                <a16:creationId xmlns:a16="http://schemas.microsoft.com/office/drawing/2014/main" id="{2A9E30E2-97E8-3AFD-BC40-9B4D2FE0BCA4}"/>
              </a:ext>
            </a:extLst>
          </p:cNvPr>
          <p:cNvSpPr txBox="1">
            <a:spLocks/>
          </p:cNvSpPr>
          <p:nvPr/>
        </p:nvSpPr>
        <p:spPr>
          <a:xfrm>
            <a:off x="1214120" y="362770"/>
            <a:ext cx="25450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ucida Console" panose="020B0609040504020204" pitchFamily="49" charset="0"/>
              </a:rPr>
              <a:t>PDDL</a:t>
            </a:r>
            <a:endParaRPr lang="it-IT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31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777880D-A3ED-9AC3-157B-16062ED76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309502"/>
              </p:ext>
            </p:extLst>
          </p:nvPr>
        </p:nvGraphicFramePr>
        <p:xfrm>
          <a:off x="1164844" y="1688333"/>
          <a:ext cx="9862311" cy="409575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10772">
                  <a:extLst>
                    <a:ext uri="{9D8B030D-6E8A-4147-A177-3AD203B41FA5}">
                      <a16:colId xmlns:a16="http://schemas.microsoft.com/office/drawing/2014/main" val="2259110098"/>
                    </a:ext>
                  </a:extLst>
                </a:gridCol>
                <a:gridCol w="3882700">
                  <a:extLst>
                    <a:ext uri="{9D8B030D-6E8A-4147-A177-3AD203B41FA5}">
                      <a16:colId xmlns:a16="http://schemas.microsoft.com/office/drawing/2014/main" val="3078254791"/>
                    </a:ext>
                  </a:extLst>
                </a:gridCol>
                <a:gridCol w="4068839">
                  <a:extLst>
                    <a:ext uri="{9D8B030D-6E8A-4147-A177-3AD203B41FA5}">
                      <a16:colId xmlns:a16="http://schemas.microsoft.com/office/drawing/2014/main" val="2949227315"/>
                    </a:ext>
                  </a:extLst>
                </a:gridCol>
              </a:tblGrid>
              <a:tr h="123139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Move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(?l1 ?l2 - location)</a:t>
                      </a:r>
                    </a:p>
                    <a:p>
                      <a:endParaRPr lang="it-IT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Taxi must be at location ?l1.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 road must exist from ?l1 to ?l2.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Battery level must be sufficient to cover the distance.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If there's a traffic light, it must be green.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Taxi is now at location ?l2 (no longer at ?l1).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Battery level decreases by distance × cost-per-distance.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If ?l2 is congested: total cost increases by distance × 5.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If ?l2 is not congested: total cost increases by distance.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If there was a green traffic light: it switches to red.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541019"/>
                  </a:ext>
                </a:extLst>
              </a:tr>
              <a:tr h="980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kern="12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switchLight</a:t>
                      </a:r>
                      <a:endParaRPr lang="it-IT" sz="1600" b="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(?l1 ?l2 - location)</a:t>
                      </a:r>
                    </a:p>
                    <a:p>
                      <a:endParaRPr lang="it-IT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 traffic light must exist between ?l1 and ?l2.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 light must currently be red.</a:t>
                      </a:r>
                    </a:p>
                    <a:p>
                      <a:endParaRPr lang="it-IT" sz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Light color changes from red to green.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cost increases by 3.</a:t>
                      </a:r>
                      <a:endParaRPr lang="it-IT" sz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1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16914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Recharge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(?l - location)</a:t>
                      </a:r>
                    </a:p>
                    <a:p>
                      <a:endParaRPr lang="it-IT" sz="16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 ?l must have a charging station.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Taxi must be at location ?l.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Battery level must be less than 100.</a:t>
                      </a:r>
                      <a:endParaRPr lang="it-IT" sz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Battery level is set to 100.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Total cost increases by 10.</a:t>
                      </a:r>
                      <a:endParaRPr lang="it-IT" sz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794488"/>
                  </a:ext>
                </a:extLst>
              </a:tr>
            </a:tbl>
          </a:graphicData>
        </a:graphic>
      </p:graphicFrame>
      <p:sp>
        <p:nvSpPr>
          <p:cNvPr id="3" name="Titolo 1">
            <a:extLst>
              <a:ext uri="{FF2B5EF4-FFF2-40B4-BE49-F238E27FC236}">
                <a16:creationId xmlns:a16="http://schemas.microsoft.com/office/drawing/2014/main" id="{9E563576-DA7B-0147-FCE1-8C0069366B51}"/>
              </a:ext>
            </a:extLst>
          </p:cNvPr>
          <p:cNvSpPr txBox="1">
            <a:spLocks/>
          </p:cNvSpPr>
          <p:nvPr/>
        </p:nvSpPr>
        <p:spPr>
          <a:xfrm>
            <a:off x="1214120" y="362770"/>
            <a:ext cx="25450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ucida Console" panose="020B0609040504020204" pitchFamily="49" charset="0"/>
              </a:rPr>
              <a:t>Actions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1B2B4203-6533-763E-6358-5A96EE1CEDCE}"/>
              </a:ext>
            </a:extLst>
          </p:cNvPr>
          <p:cNvCxnSpPr/>
          <p:nvPr/>
        </p:nvCxnSpPr>
        <p:spPr>
          <a:xfrm>
            <a:off x="660400" y="1412240"/>
            <a:ext cx="1078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14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6EEE215A-7876-F211-5033-FB94821DC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639979"/>
              </p:ext>
            </p:extLst>
          </p:nvPr>
        </p:nvGraphicFramePr>
        <p:xfrm>
          <a:off x="838201" y="1965960"/>
          <a:ext cx="10515597" cy="29260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79320">
                  <a:extLst>
                    <a:ext uri="{9D8B030D-6E8A-4147-A177-3AD203B41FA5}">
                      <a16:colId xmlns:a16="http://schemas.microsoft.com/office/drawing/2014/main" val="1309879524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890592002"/>
                    </a:ext>
                  </a:extLst>
                </a:gridCol>
                <a:gridCol w="4148325">
                  <a:extLst>
                    <a:ext uri="{9D8B030D-6E8A-4147-A177-3AD203B41FA5}">
                      <a16:colId xmlns:a16="http://schemas.microsoft.com/office/drawing/2014/main" val="2696494757"/>
                    </a:ext>
                  </a:extLst>
                </a:gridCol>
              </a:tblGrid>
              <a:tr h="1461523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pickUp</a:t>
                      </a:r>
                      <a:endParaRPr lang="en-US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(?p - </a:t>
                      </a:r>
                      <a:r>
                        <a:rPr lang="it-IT" sz="1600" b="0" kern="12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</a:t>
                      </a: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?l - location)</a:t>
                      </a:r>
                    </a:p>
                    <a:p>
                      <a:endParaRPr lang="it-IT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?p must be at location ?l.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Taxi must be at location ?l.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must have an active request.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 other passenger can be in the taxi.</a:t>
                      </a:r>
                      <a:endParaRPr lang="it-IT" sz="12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is no longer at location ?l.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is now on the taxi.</a:t>
                      </a:r>
                      <a:endParaRPr lang="it-IT" sz="12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419501"/>
                  </a:ext>
                </a:extLst>
              </a:tr>
              <a:tr h="1464557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getOff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(?p - </a:t>
                      </a:r>
                      <a:r>
                        <a:rPr lang="it-IT" sz="1600" b="0" kern="1200" dirty="0" err="1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</a:t>
                      </a:r>
                      <a:r>
                        <a:rPr lang="it-IT" sz="16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?l - location)</a:t>
                      </a:r>
                    </a:p>
                    <a:p>
                      <a:endParaRPr lang="it-IT" sz="16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?p must be on the taxi.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Taxi must be at location ?l.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 ?l must be the passenger’s requested destination.</a:t>
                      </a:r>
                      <a:endParaRPr lang="it-IT" sz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is no longer on the taxi.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 is now at location ?l.</a:t>
                      </a:r>
                    </a:p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Passenger's request to location ?l is fulfilled.</a:t>
                      </a:r>
                      <a:endParaRPr lang="it-IT" sz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7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9459"/>
                  </a:ext>
                </a:extLst>
              </a:tr>
            </a:tbl>
          </a:graphicData>
        </a:graphic>
      </p:graphicFrame>
      <p:sp>
        <p:nvSpPr>
          <p:cNvPr id="5" name="Titolo 1">
            <a:extLst>
              <a:ext uri="{FF2B5EF4-FFF2-40B4-BE49-F238E27FC236}">
                <a16:creationId xmlns:a16="http://schemas.microsoft.com/office/drawing/2014/main" id="{6FED1814-644E-B124-A5CF-D59DB5325658}"/>
              </a:ext>
            </a:extLst>
          </p:cNvPr>
          <p:cNvSpPr txBox="1">
            <a:spLocks/>
          </p:cNvSpPr>
          <p:nvPr/>
        </p:nvSpPr>
        <p:spPr>
          <a:xfrm>
            <a:off x="1214120" y="362770"/>
            <a:ext cx="25450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Lucida Console" panose="020B0609040504020204" pitchFamily="49" charset="0"/>
              </a:rPr>
              <a:t>Actions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D8D1585-5662-878A-334C-E8A5AA72204A}"/>
              </a:ext>
            </a:extLst>
          </p:cNvPr>
          <p:cNvCxnSpPr/>
          <p:nvPr/>
        </p:nvCxnSpPr>
        <p:spPr>
          <a:xfrm>
            <a:off x="660400" y="1412240"/>
            <a:ext cx="1078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34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54982E2-E5D3-4959-B20C-63A421F6D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305CB6E-C424-8430-3326-4E11BA65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326" y="802955"/>
            <a:ext cx="5290594" cy="1454051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Lucida Console" panose="020B0609040504020204" pitchFamily="49" charset="0"/>
              </a:rPr>
              <a:t>Problems</a:t>
            </a:r>
            <a:endParaRPr lang="it-IT" sz="3600" dirty="0">
              <a:solidFill>
                <a:schemeClr val="tx2"/>
              </a:solidFill>
              <a:latin typeface="Lucida Console" panose="020B0609040504020204" pitchFamily="49" charset="0"/>
            </a:endParaRPr>
          </a:p>
        </p:txBody>
      </p:sp>
      <p:pic>
        <p:nvPicPr>
          <p:cNvPr id="6" name="Immagine 5" descr="Semaforo verde">
            <a:extLst>
              <a:ext uri="{FF2B5EF4-FFF2-40B4-BE49-F238E27FC236}">
                <a16:creationId xmlns:a16="http://schemas.microsoft.com/office/drawing/2014/main" id="{65B2DF5B-B306-3640-6B61-4FEC4A68A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7" r="1071" b="-2"/>
          <a:stretch>
            <a:fillRect/>
          </a:stretch>
        </p:blipFill>
        <p:spPr>
          <a:xfrm>
            <a:off x="-3" y="2345922"/>
            <a:ext cx="5375372" cy="4507038"/>
          </a:xfrm>
          <a:custGeom>
            <a:avLst/>
            <a:gdLst/>
            <a:ahLst/>
            <a:cxnLst/>
            <a:rect l="l" t="t" r="r" b="b"/>
            <a:pathLst>
              <a:path w="5485419" h="4610469">
                <a:moveTo>
                  <a:pt x="2345076" y="0"/>
                </a:moveTo>
                <a:cubicBezTo>
                  <a:pt x="4079439" y="0"/>
                  <a:pt x="5485419" y="1405980"/>
                  <a:pt x="5485419" y="3140344"/>
                </a:cubicBezTo>
                <a:cubicBezTo>
                  <a:pt x="5485419" y="3573935"/>
                  <a:pt x="5397545" y="3987002"/>
                  <a:pt x="5238635" y="4362707"/>
                </a:cubicBezTo>
                <a:lnTo>
                  <a:pt x="5119282" y="4610469"/>
                </a:lnTo>
                <a:lnTo>
                  <a:pt x="0" y="4610469"/>
                </a:lnTo>
                <a:lnTo>
                  <a:pt x="0" y="1056789"/>
                </a:lnTo>
                <a:lnTo>
                  <a:pt x="124518" y="919786"/>
                </a:lnTo>
                <a:cubicBezTo>
                  <a:pt x="692808" y="351495"/>
                  <a:pt x="1477894" y="0"/>
                  <a:pt x="2345076" y="0"/>
                </a:cubicBezTo>
                <a:close/>
              </a:path>
            </a:pathLst>
          </a:custGeom>
        </p:spPr>
      </p:pic>
      <p:pic>
        <p:nvPicPr>
          <p:cNvPr id="10" name="Immagine 9" descr="Automobili in un ingorgo stradale">
            <a:extLst>
              <a:ext uri="{FF2B5EF4-FFF2-40B4-BE49-F238E27FC236}">
                <a16:creationId xmlns:a16="http://schemas.microsoft.com/office/drawing/2014/main" id="{7E12175A-D8DE-1679-CCC3-CF949C706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3237"/>
          <a:stretch>
            <a:fillRect/>
          </a:stretch>
        </p:blipFill>
        <p:spPr>
          <a:xfrm>
            <a:off x="1473075" y="2"/>
            <a:ext cx="4431339" cy="2499013"/>
          </a:xfrm>
          <a:custGeom>
            <a:avLst/>
            <a:gdLst/>
            <a:ahLst/>
            <a:cxnLst/>
            <a:rect l="l" t="t" r="r" b="b"/>
            <a:pathLst>
              <a:path w="4548867" h="2614366">
                <a:moveTo>
                  <a:pt x="28132" y="0"/>
                </a:moveTo>
                <a:lnTo>
                  <a:pt x="4520736" y="0"/>
                </a:lnTo>
                <a:lnTo>
                  <a:pt x="4537124" y="107385"/>
                </a:lnTo>
                <a:cubicBezTo>
                  <a:pt x="4544889" y="183845"/>
                  <a:pt x="4548867" y="261424"/>
                  <a:pt x="4548867" y="339933"/>
                </a:cubicBezTo>
                <a:cubicBezTo>
                  <a:pt x="4548867" y="1596068"/>
                  <a:pt x="3530568" y="2614366"/>
                  <a:pt x="2274434" y="2614366"/>
                </a:cubicBezTo>
                <a:cubicBezTo>
                  <a:pt x="1018299" y="2614366"/>
                  <a:pt x="0" y="1596068"/>
                  <a:pt x="0" y="339933"/>
                </a:cubicBezTo>
                <a:cubicBezTo>
                  <a:pt x="0" y="261424"/>
                  <a:pt x="3978" y="183845"/>
                  <a:pt x="11743" y="107385"/>
                </a:cubicBezTo>
                <a:close/>
              </a:path>
            </a:pathLst>
          </a:cu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771FEA5-1BB0-4DEA-9432-D1A5CA9E5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32560" y="1"/>
            <a:ext cx="4532812" cy="2513100"/>
            <a:chOff x="1346372" y="-12150"/>
            <a:chExt cx="4619000" cy="260916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B7BCF50-78C8-4292-9E98-3738BDFB3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62815" y="-12150"/>
              <a:ext cx="4387261" cy="2594536"/>
            </a:xfrm>
            <a:custGeom>
              <a:avLst/>
              <a:gdLst>
                <a:gd name="connsiteX0" fmla="*/ 2393 w 4387261"/>
                <a:gd name="connsiteY0" fmla="*/ 0 h 2594536"/>
                <a:gd name="connsiteX1" fmla="*/ 212977 w 4387261"/>
                <a:gd name="connsiteY1" fmla="*/ 0 h 2594536"/>
                <a:gd name="connsiteX2" fmla="*/ 211747 w 4387261"/>
                <a:gd name="connsiteY2" fmla="*/ 154553 h 2594536"/>
                <a:gd name="connsiteX3" fmla="*/ 227489 w 4387261"/>
                <a:gd name="connsiteY3" fmla="*/ 352309 h 2594536"/>
                <a:gd name="connsiteX4" fmla="*/ 309247 w 4387261"/>
                <a:gd name="connsiteY4" fmla="*/ 741223 h 2594536"/>
                <a:gd name="connsiteX5" fmla="*/ 451519 w 4387261"/>
                <a:gd name="connsiteY5" fmla="*/ 1113237 h 2594536"/>
                <a:gd name="connsiteX6" fmla="*/ 888634 w 4387261"/>
                <a:gd name="connsiteY6" fmla="*/ 1778003 h 2594536"/>
                <a:gd name="connsiteX7" fmla="*/ 1180339 w 4387261"/>
                <a:gd name="connsiteY7" fmla="*/ 2049751 h 2594536"/>
                <a:gd name="connsiteX8" fmla="*/ 1515337 w 4387261"/>
                <a:gd name="connsiteY8" fmla="*/ 2264607 h 2594536"/>
                <a:gd name="connsiteX9" fmla="*/ 1885662 w 4387261"/>
                <a:gd name="connsiteY9" fmla="*/ 2410420 h 2594536"/>
                <a:gd name="connsiteX10" fmla="*/ 2280450 w 4387261"/>
                <a:gd name="connsiteY10" fmla="*/ 2463450 h 2594536"/>
                <a:gd name="connsiteX11" fmla="*/ 2473740 w 4387261"/>
                <a:gd name="connsiteY11" fmla="*/ 2441079 h 2594536"/>
                <a:gd name="connsiteX12" fmla="*/ 2654556 w 4387261"/>
                <a:gd name="connsiteY12" fmla="*/ 2375013 h 2594536"/>
                <a:gd name="connsiteX13" fmla="*/ 2739694 w 4387261"/>
                <a:gd name="connsiteY13" fmla="*/ 2328903 h 2594536"/>
                <a:gd name="connsiteX14" fmla="*/ 2822096 w 4387261"/>
                <a:gd name="connsiteY14" fmla="*/ 2275954 h 2594536"/>
                <a:gd name="connsiteX15" fmla="*/ 2981347 w 4387261"/>
                <a:gd name="connsiteY15" fmla="*/ 2153639 h 2594536"/>
                <a:gd name="connsiteX16" fmla="*/ 3141805 w 4387261"/>
                <a:gd name="connsiteY16" fmla="*/ 2021265 h 2594536"/>
                <a:gd name="connsiteX17" fmla="*/ 3225574 w 4387261"/>
                <a:gd name="connsiteY17" fmla="*/ 1955440 h 2594536"/>
                <a:gd name="connsiteX18" fmla="*/ 3266695 w 4387261"/>
                <a:gd name="connsiteY18" fmla="*/ 1923815 h 2594536"/>
                <a:gd name="connsiteX19" fmla="*/ 3306045 w 4387261"/>
                <a:gd name="connsiteY19" fmla="*/ 1892834 h 2594536"/>
                <a:gd name="connsiteX20" fmla="*/ 3596865 w 4387261"/>
                <a:gd name="connsiteY20" fmla="*/ 1626638 h 2594536"/>
                <a:gd name="connsiteX21" fmla="*/ 3727709 w 4387261"/>
                <a:gd name="connsiteY21" fmla="*/ 1485091 h 2594536"/>
                <a:gd name="connsiteX22" fmla="*/ 3848335 w 4387261"/>
                <a:gd name="connsiteY22" fmla="*/ 1336864 h 2594536"/>
                <a:gd name="connsiteX23" fmla="*/ 4039130 w 4387261"/>
                <a:gd name="connsiteY23" fmla="*/ 1005729 h 2594536"/>
                <a:gd name="connsiteX24" fmla="*/ 4093045 w 4387261"/>
                <a:gd name="connsiteY24" fmla="*/ 820486 h 2594536"/>
                <a:gd name="connsiteX25" fmla="*/ 4102540 w 4387261"/>
                <a:gd name="connsiteY25" fmla="*/ 773008 h 2594536"/>
                <a:gd name="connsiteX26" fmla="*/ 4110507 w 4387261"/>
                <a:gd name="connsiteY26" fmla="*/ 725128 h 2594536"/>
                <a:gd name="connsiteX27" fmla="*/ 4121934 w 4387261"/>
                <a:gd name="connsiteY27" fmla="*/ 628483 h 2594536"/>
                <a:gd name="connsiteX28" fmla="*/ 4125635 w 4387261"/>
                <a:gd name="connsiteY28" fmla="*/ 579879 h 2594536"/>
                <a:gd name="connsiteX29" fmla="*/ 4128210 w 4387261"/>
                <a:gd name="connsiteY29" fmla="*/ 531114 h 2594536"/>
                <a:gd name="connsiteX30" fmla="*/ 4129337 w 4387261"/>
                <a:gd name="connsiteY30" fmla="*/ 482188 h 2594536"/>
                <a:gd name="connsiteX31" fmla="*/ 4129096 w 4387261"/>
                <a:gd name="connsiteY31" fmla="*/ 433182 h 2594536"/>
                <a:gd name="connsiteX32" fmla="*/ 4128854 w 4387261"/>
                <a:gd name="connsiteY32" fmla="*/ 408638 h 2594536"/>
                <a:gd name="connsiteX33" fmla="*/ 4127808 w 4387261"/>
                <a:gd name="connsiteY33" fmla="*/ 384980 h 2594536"/>
                <a:gd name="connsiteX34" fmla="*/ 4126601 w 4387261"/>
                <a:gd name="connsiteY34" fmla="*/ 361402 h 2594536"/>
                <a:gd name="connsiteX35" fmla="*/ 4124670 w 4387261"/>
                <a:gd name="connsiteY35" fmla="*/ 337905 h 2594536"/>
                <a:gd name="connsiteX36" fmla="*/ 4113162 w 4387261"/>
                <a:gd name="connsiteY36" fmla="*/ 244720 h 2594536"/>
                <a:gd name="connsiteX37" fmla="*/ 4068270 w 4387261"/>
                <a:gd name="connsiteY37" fmla="*/ 63350 h 2594536"/>
                <a:gd name="connsiteX38" fmla="*/ 4042130 w 4387261"/>
                <a:gd name="connsiteY38" fmla="*/ 0 h 2594536"/>
                <a:gd name="connsiteX39" fmla="*/ 4342981 w 4387261"/>
                <a:gd name="connsiteY39" fmla="*/ 0 h 2594536"/>
                <a:gd name="connsiteX40" fmla="*/ 4363778 w 4387261"/>
                <a:gd name="connsiteY40" fmla="*/ 96966 h 2594536"/>
                <a:gd name="connsiteX41" fmla="*/ 4379439 w 4387261"/>
                <a:gd name="connsiteY41" fmla="*/ 210199 h 2594536"/>
                <a:gd name="connsiteX42" fmla="*/ 4386601 w 4387261"/>
                <a:gd name="connsiteY42" fmla="*/ 323823 h 2594536"/>
                <a:gd name="connsiteX43" fmla="*/ 4387245 w 4387261"/>
                <a:gd name="connsiteY43" fmla="*/ 352229 h 2594536"/>
                <a:gd name="connsiteX44" fmla="*/ 4387084 w 4387261"/>
                <a:gd name="connsiteY44" fmla="*/ 380554 h 2594536"/>
                <a:gd name="connsiteX45" fmla="*/ 4386762 w 4387261"/>
                <a:gd name="connsiteY45" fmla="*/ 408799 h 2594536"/>
                <a:gd name="connsiteX46" fmla="*/ 4385716 w 4387261"/>
                <a:gd name="connsiteY46" fmla="*/ 436240 h 2594536"/>
                <a:gd name="connsiteX47" fmla="*/ 4368254 w 4387261"/>
                <a:gd name="connsiteY47" fmla="*/ 655441 h 2594536"/>
                <a:gd name="connsiteX48" fmla="*/ 4329789 w 4387261"/>
                <a:gd name="connsiteY48" fmla="*/ 873274 h 2594536"/>
                <a:gd name="connsiteX49" fmla="*/ 4269517 w 4387261"/>
                <a:gd name="connsiteY49" fmla="*/ 1087245 h 2594536"/>
                <a:gd name="connsiteX50" fmla="*/ 4088297 w 4387261"/>
                <a:gd name="connsiteY50" fmla="*/ 1496839 h 2594536"/>
                <a:gd name="connsiteX51" fmla="*/ 3806168 w 4387261"/>
                <a:gd name="connsiteY51" fmla="*/ 1842057 h 2594536"/>
                <a:gd name="connsiteX52" fmla="*/ 3636375 w 4387261"/>
                <a:gd name="connsiteY52" fmla="*/ 1981995 h 2594536"/>
                <a:gd name="connsiteX53" fmla="*/ 3456605 w 4387261"/>
                <a:gd name="connsiteY53" fmla="*/ 2104230 h 2594536"/>
                <a:gd name="connsiteX54" fmla="*/ 3410817 w 4387261"/>
                <a:gd name="connsiteY54" fmla="*/ 2132797 h 2594536"/>
                <a:gd name="connsiteX55" fmla="*/ 3366397 w 4387261"/>
                <a:gd name="connsiteY55" fmla="*/ 2160076 h 2594536"/>
                <a:gd name="connsiteX56" fmla="*/ 3280294 w 4387261"/>
                <a:gd name="connsiteY56" fmla="*/ 2213911 h 2594536"/>
                <a:gd name="connsiteX57" fmla="*/ 3104386 w 4387261"/>
                <a:gd name="connsiteY57" fmla="*/ 2325443 h 2594536"/>
                <a:gd name="connsiteX58" fmla="*/ 2918419 w 4387261"/>
                <a:gd name="connsiteY58" fmla="*/ 2434319 h 2594536"/>
                <a:gd name="connsiteX59" fmla="*/ 2819843 w 4387261"/>
                <a:gd name="connsiteY59" fmla="*/ 2483406 h 2594536"/>
                <a:gd name="connsiteX60" fmla="*/ 2716680 w 4387261"/>
                <a:gd name="connsiteY60" fmla="*/ 2525090 h 2594536"/>
                <a:gd name="connsiteX61" fmla="*/ 2609654 w 4387261"/>
                <a:gd name="connsiteY61" fmla="*/ 2557037 h 2594536"/>
                <a:gd name="connsiteX62" fmla="*/ 2555095 w 4387261"/>
                <a:gd name="connsiteY62" fmla="*/ 2568946 h 2594536"/>
                <a:gd name="connsiteX63" fmla="*/ 2527735 w 4387261"/>
                <a:gd name="connsiteY63" fmla="*/ 2574177 h 2594536"/>
                <a:gd name="connsiteX64" fmla="*/ 2500295 w 4387261"/>
                <a:gd name="connsiteY64" fmla="*/ 2578522 h 2594536"/>
                <a:gd name="connsiteX65" fmla="*/ 2280450 w 4387261"/>
                <a:gd name="connsiteY65" fmla="*/ 2594536 h 2594536"/>
                <a:gd name="connsiteX66" fmla="*/ 1852106 w 4387261"/>
                <a:gd name="connsiteY66" fmla="*/ 2549875 h 2594536"/>
                <a:gd name="connsiteX67" fmla="*/ 1441707 w 4387261"/>
                <a:gd name="connsiteY67" fmla="*/ 2415650 h 2594536"/>
                <a:gd name="connsiteX68" fmla="*/ 744753 w 4387261"/>
                <a:gd name="connsiteY68" fmla="*/ 1912389 h 2594536"/>
                <a:gd name="connsiteX69" fmla="*/ 471717 w 4387261"/>
                <a:gd name="connsiteY69" fmla="*/ 1578678 h 2594536"/>
                <a:gd name="connsiteX70" fmla="*/ 254930 w 4387261"/>
                <a:gd name="connsiteY70" fmla="*/ 1205698 h 2594536"/>
                <a:gd name="connsiteX71" fmla="*/ 15852 w 4387261"/>
                <a:gd name="connsiteY71" fmla="*/ 377738 h 2594536"/>
                <a:gd name="connsiteX72" fmla="*/ 0 w 4387261"/>
                <a:gd name="connsiteY72" fmla="*/ 161283 h 2594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387261" h="2594536">
                  <a:moveTo>
                    <a:pt x="2393" y="0"/>
                  </a:moveTo>
                  <a:lnTo>
                    <a:pt x="212977" y="0"/>
                  </a:lnTo>
                  <a:lnTo>
                    <a:pt x="211747" y="154553"/>
                  </a:lnTo>
                  <a:cubicBezTo>
                    <a:pt x="214071" y="220619"/>
                    <a:pt x="219281" y="286565"/>
                    <a:pt x="227489" y="352309"/>
                  </a:cubicBezTo>
                  <a:cubicBezTo>
                    <a:pt x="243986" y="483717"/>
                    <a:pt x="271587" y="613918"/>
                    <a:pt x="309247" y="741223"/>
                  </a:cubicBezTo>
                  <a:cubicBezTo>
                    <a:pt x="346746" y="868607"/>
                    <a:pt x="395270" y="992853"/>
                    <a:pt x="451519" y="1113237"/>
                  </a:cubicBezTo>
                  <a:cubicBezTo>
                    <a:pt x="562809" y="1354729"/>
                    <a:pt x="710392" y="1580207"/>
                    <a:pt x="888634" y="1778003"/>
                  </a:cubicBezTo>
                  <a:cubicBezTo>
                    <a:pt x="978036" y="1876579"/>
                    <a:pt x="1075567" y="1967913"/>
                    <a:pt x="1180339" y="2049751"/>
                  </a:cubicBezTo>
                  <a:cubicBezTo>
                    <a:pt x="1284950" y="2131751"/>
                    <a:pt x="1397126" y="2204094"/>
                    <a:pt x="1515337" y="2264607"/>
                  </a:cubicBezTo>
                  <a:cubicBezTo>
                    <a:pt x="1633468" y="2325121"/>
                    <a:pt x="1757151" y="2375496"/>
                    <a:pt x="1885662" y="2410420"/>
                  </a:cubicBezTo>
                  <a:cubicBezTo>
                    <a:pt x="2013851" y="2445344"/>
                    <a:pt x="2147110" y="2463530"/>
                    <a:pt x="2280450" y="2463450"/>
                  </a:cubicBezTo>
                  <a:cubicBezTo>
                    <a:pt x="2345953" y="2462726"/>
                    <a:pt x="2410972" y="2456288"/>
                    <a:pt x="2473740" y="2441079"/>
                  </a:cubicBezTo>
                  <a:cubicBezTo>
                    <a:pt x="2536587" y="2426111"/>
                    <a:pt x="2596698" y="2402856"/>
                    <a:pt x="2654556" y="2375013"/>
                  </a:cubicBezTo>
                  <a:cubicBezTo>
                    <a:pt x="2683445" y="2360930"/>
                    <a:pt x="2711771" y="2345319"/>
                    <a:pt x="2739694" y="2328903"/>
                  </a:cubicBezTo>
                  <a:cubicBezTo>
                    <a:pt x="2767537" y="2312246"/>
                    <a:pt x="2794977" y="2294462"/>
                    <a:pt x="2822096" y="2275954"/>
                  </a:cubicBezTo>
                  <a:cubicBezTo>
                    <a:pt x="2876172" y="2238455"/>
                    <a:pt x="2928639" y="2196771"/>
                    <a:pt x="2981347" y="2153639"/>
                  </a:cubicBezTo>
                  <a:cubicBezTo>
                    <a:pt x="3034135" y="2110507"/>
                    <a:pt x="3086924" y="2065443"/>
                    <a:pt x="3141805" y="2021265"/>
                  </a:cubicBezTo>
                  <a:cubicBezTo>
                    <a:pt x="3169164" y="1999136"/>
                    <a:pt x="3197168" y="1977248"/>
                    <a:pt x="3225574" y="1955440"/>
                  </a:cubicBezTo>
                  <a:lnTo>
                    <a:pt x="3266695" y="1923815"/>
                  </a:lnTo>
                  <a:cubicBezTo>
                    <a:pt x="3279811" y="1913435"/>
                    <a:pt x="3293250" y="1903537"/>
                    <a:pt x="3306045" y="1892834"/>
                  </a:cubicBezTo>
                  <a:cubicBezTo>
                    <a:pt x="3410173" y="1809306"/>
                    <a:pt x="3506014" y="1718696"/>
                    <a:pt x="3596865" y="1626638"/>
                  </a:cubicBezTo>
                  <a:cubicBezTo>
                    <a:pt x="3642089" y="1580368"/>
                    <a:pt x="3685784" y="1533292"/>
                    <a:pt x="3727709" y="1485091"/>
                  </a:cubicBezTo>
                  <a:cubicBezTo>
                    <a:pt x="3769635" y="1436889"/>
                    <a:pt x="3810192" y="1387802"/>
                    <a:pt x="3848335" y="1336864"/>
                  </a:cubicBezTo>
                  <a:cubicBezTo>
                    <a:pt x="3924782" y="1235391"/>
                    <a:pt x="3993101" y="1125951"/>
                    <a:pt x="4039130" y="1005729"/>
                  </a:cubicBezTo>
                  <a:cubicBezTo>
                    <a:pt x="4062145" y="945778"/>
                    <a:pt x="4079768" y="883655"/>
                    <a:pt x="4093045" y="820486"/>
                  </a:cubicBezTo>
                  <a:cubicBezTo>
                    <a:pt x="4096183" y="804633"/>
                    <a:pt x="4099805" y="788941"/>
                    <a:pt x="4102540" y="773008"/>
                  </a:cubicBezTo>
                  <a:lnTo>
                    <a:pt x="4110507" y="725128"/>
                  </a:lnTo>
                  <a:cubicBezTo>
                    <a:pt x="4114772" y="693021"/>
                    <a:pt x="4119278" y="660913"/>
                    <a:pt x="4121934" y="628483"/>
                  </a:cubicBezTo>
                  <a:cubicBezTo>
                    <a:pt x="4123463" y="612309"/>
                    <a:pt x="4124911" y="596134"/>
                    <a:pt x="4125635" y="579879"/>
                  </a:cubicBezTo>
                  <a:cubicBezTo>
                    <a:pt x="4126440" y="563624"/>
                    <a:pt x="4127728" y="547450"/>
                    <a:pt x="4128210" y="531114"/>
                  </a:cubicBezTo>
                  <a:lnTo>
                    <a:pt x="4129337" y="482188"/>
                  </a:lnTo>
                  <a:cubicBezTo>
                    <a:pt x="4129739" y="465933"/>
                    <a:pt x="4129176" y="449517"/>
                    <a:pt x="4129096" y="433182"/>
                  </a:cubicBezTo>
                  <a:lnTo>
                    <a:pt x="4128854" y="408638"/>
                  </a:lnTo>
                  <a:cubicBezTo>
                    <a:pt x="4128613" y="400672"/>
                    <a:pt x="4128130" y="392866"/>
                    <a:pt x="4127808" y="384980"/>
                  </a:cubicBezTo>
                  <a:cubicBezTo>
                    <a:pt x="4127406" y="377094"/>
                    <a:pt x="4127164" y="369208"/>
                    <a:pt x="4126601" y="361402"/>
                  </a:cubicBezTo>
                  <a:lnTo>
                    <a:pt x="4124670" y="337905"/>
                  </a:lnTo>
                  <a:cubicBezTo>
                    <a:pt x="4122175" y="306602"/>
                    <a:pt x="4117991" y="275540"/>
                    <a:pt x="4113162" y="244720"/>
                  </a:cubicBezTo>
                  <a:cubicBezTo>
                    <a:pt x="4102943" y="183040"/>
                    <a:pt x="4087834" y="122546"/>
                    <a:pt x="4068270" y="63350"/>
                  </a:cubicBezTo>
                  <a:lnTo>
                    <a:pt x="4042130" y="0"/>
                  </a:lnTo>
                  <a:lnTo>
                    <a:pt x="4342981" y="0"/>
                  </a:lnTo>
                  <a:lnTo>
                    <a:pt x="4363778" y="96966"/>
                  </a:lnTo>
                  <a:cubicBezTo>
                    <a:pt x="4370412" y="134527"/>
                    <a:pt x="4375657" y="172318"/>
                    <a:pt x="4379439" y="210199"/>
                  </a:cubicBezTo>
                  <a:cubicBezTo>
                    <a:pt x="4383061" y="248100"/>
                    <a:pt x="4385796" y="286001"/>
                    <a:pt x="4386601" y="323823"/>
                  </a:cubicBezTo>
                  <a:lnTo>
                    <a:pt x="4387245" y="352229"/>
                  </a:lnTo>
                  <a:cubicBezTo>
                    <a:pt x="4387325" y="361644"/>
                    <a:pt x="4387084" y="371139"/>
                    <a:pt x="4387084" y="380554"/>
                  </a:cubicBezTo>
                  <a:lnTo>
                    <a:pt x="4386762" y="408799"/>
                  </a:lnTo>
                  <a:lnTo>
                    <a:pt x="4385716" y="436240"/>
                  </a:lnTo>
                  <a:cubicBezTo>
                    <a:pt x="4383382" y="509307"/>
                    <a:pt x="4377588" y="582535"/>
                    <a:pt x="4368254" y="655441"/>
                  </a:cubicBezTo>
                  <a:cubicBezTo>
                    <a:pt x="4359402" y="728428"/>
                    <a:pt x="4346688" y="801253"/>
                    <a:pt x="4329789" y="873274"/>
                  </a:cubicBezTo>
                  <a:cubicBezTo>
                    <a:pt x="4312729" y="945215"/>
                    <a:pt x="4292531" y="1016592"/>
                    <a:pt x="4269517" y="1087245"/>
                  </a:cubicBezTo>
                  <a:cubicBezTo>
                    <a:pt x="4223085" y="1228310"/>
                    <a:pt x="4165308" y="1367765"/>
                    <a:pt x="4088297" y="1496839"/>
                  </a:cubicBezTo>
                  <a:cubicBezTo>
                    <a:pt x="4011448" y="1625994"/>
                    <a:pt x="3913998" y="1741309"/>
                    <a:pt x="3806168" y="1842057"/>
                  </a:cubicBezTo>
                  <a:cubicBezTo>
                    <a:pt x="3752333" y="1892673"/>
                    <a:pt x="3695038" y="1938702"/>
                    <a:pt x="3636375" y="1981995"/>
                  </a:cubicBezTo>
                  <a:cubicBezTo>
                    <a:pt x="3577471" y="2025047"/>
                    <a:pt x="3517682" y="2066006"/>
                    <a:pt x="3456605" y="2104230"/>
                  </a:cubicBezTo>
                  <a:cubicBezTo>
                    <a:pt x="3441476" y="2114047"/>
                    <a:pt x="3426107" y="2123301"/>
                    <a:pt x="3410817" y="2132797"/>
                  </a:cubicBezTo>
                  <a:lnTo>
                    <a:pt x="3366397" y="2160076"/>
                  </a:lnTo>
                  <a:cubicBezTo>
                    <a:pt x="3337669" y="2177538"/>
                    <a:pt x="3309183" y="2195644"/>
                    <a:pt x="3280294" y="2213911"/>
                  </a:cubicBezTo>
                  <a:lnTo>
                    <a:pt x="3104386" y="2325443"/>
                  </a:lnTo>
                  <a:cubicBezTo>
                    <a:pt x="3044435" y="2362862"/>
                    <a:pt x="2982715" y="2399798"/>
                    <a:pt x="2918419" y="2434319"/>
                  </a:cubicBezTo>
                  <a:cubicBezTo>
                    <a:pt x="2886231" y="2451540"/>
                    <a:pt x="2853479" y="2468197"/>
                    <a:pt x="2819843" y="2483406"/>
                  </a:cubicBezTo>
                  <a:cubicBezTo>
                    <a:pt x="2786126" y="2498535"/>
                    <a:pt x="2751765" y="2512617"/>
                    <a:pt x="2716680" y="2525090"/>
                  </a:cubicBezTo>
                  <a:cubicBezTo>
                    <a:pt x="2681514" y="2537322"/>
                    <a:pt x="2645866" y="2548185"/>
                    <a:pt x="2609654" y="2557037"/>
                  </a:cubicBezTo>
                  <a:cubicBezTo>
                    <a:pt x="2591548" y="2561221"/>
                    <a:pt x="2573362" y="2565486"/>
                    <a:pt x="2555095" y="2568946"/>
                  </a:cubicBezTo>
                  <a:lnTo>
                    <a:pt x="2527735" y="2574177"/>
                  </a:lnTo>
                  <a:lnTo>
                    <a:pt x="2500295" y="2578522"/>
                  </a:lnTo>
                  <a:cubicBezTo>
                    <a:pt x="2427067" y="2589788"/>
                    <a:pt x="2353436" y="2594536"/>
                    <a:pt x="2280450" y="2594536"/>
                  </a:cubicBezTo>
                  <a:cubicBezTo>
                    <a:pt x="2136810" y="2594134"/>
                    <a:pt x="1993170" y="2579166"/>
                    <a:pt x="1852106" y="2549875"/>
                  </a:cubicBezTo>
                  <a:cubicBezTo>
                    <a:pt x="1711122" y="2520664"/>
                    <a:pt x="1572873" y="2475923"/>
                    <a:pt x="1441707" y="2415650"/>
                  </a:cubicBezTo>
                  <a:cubicBezTo>
                    <a:pt x="1179373" y="2294542"/>
                    <a:pt x="944641" y="2119036"/>
                    <a:pt x="744753" y="1912389"/>
                  </a:cubicBezTo>
                  <a:cubicBezTo>
                    <a:pt x="644809" y="1808823"/>
                    <a:pt x="553636" y="1696889"/>
                    <a:pt x="471717" y="1578678"/>
                  </a:cubicBezTo>
                  <a:cubicBezTo>
                    <a:pt x="389878" y="1460306"/>
                    <a:pt x="316972" y="1335738"/>
                    <a:pt x="254930" y="1205698"/>
                  </a:cubicBezTo>
                  <a:cubicBezTo>
                    <a:pt x="131729" y="945295"/>
                    <a:pt x="50293" y="664937"/>
                    <a:pt x="15852" y="377738"/>
                  </a:cubicBezTo>
                  <a:cubicBezTo>
                    <a:pt x="7363" y="305959"/>
                    <a:pt x="2092" y="233656"/>
                    <a:pt x="0" y="16128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37EFD7-7283-4FBF-AECA-050D1599D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91623" y="-12150"/>
              <a:ext cx="4328502" cy="2582465"/>
            </a:xfrm>
            <a:custGeom>
              <a:avLst/>
              <a:gdLst>
                <a:gd name="connsiteX0" fmla="*/ 1734 w 4328502"/>
                <a:gd name="connsiteY0" fmla="*/ 0 h 2582465"/>
                <a:gd name="connsiteX1" fmla="*/ 484478 w 4328502"/>
                <a:gd name="connsiteY1" fmla="*/ 0 h 2582465"/>
                <a:gd name="connsiteX2" fmla="*/ 482822 w 4328502"/>
                <a:gd name="connsiteY2" fmla="*/ 34048 h 2582465"/>
                <a:gd name="connsiteX3" fmla="*/ 628796 w 4328502"/>
                <a:gd name="connsiteY3" fmla="*/ 792561 h 2582465"/>
                <a:gd name="connsiteX4" fmla="*/ 1030826 w 4328502"/>
                <a:gd name="connsiteY4" fmla="*/ 1468513 h 2582465"/>
                <a:gd name="connsiteX5" fmla="*/ 1606511 w 4328502"/>
                <a:gd name="connsiteY5" fmla="*/ 1933149 h 2582465"/>
                <a:gd name="connsiteX6" fmla="*/ 2267816 w 4328502"/>
                <a:gd name="connsiteY6" fmla="*/ 2099643 h 2582465"/>
                <a:gd name="connsiteX7" fmla="*/ 2868689 w 4328502"/>
                <a:gd name="connsiteY7" fmla="*/ 1824756 h 2582465"/>
                <a:gd name="connsiteX8" fmla="*/ 3076705 w 4328502"/>
                <a:gd name="connsiteY8" fmla="*/ 1676851 h 2582465"/>
                <a:gd name="connsiteX9" fmla="*/ 3652712 w 4328502"/>
                <a:gd name="connsiteY9" fmla="*/ 1112593 h 2582465"/>
                <a:gd name="connsiteX10" fmla="*/ 3845680 w 4328502"/>
                <a:gd name="connsiteY10" fmla="*/ 370736 h 2582465"/>
                <a:gd name="connsiteX11" fmla="*/ 3777375 w 4328502"/>
                <a:gd name="connsiteY11" fmla="*/ 13757 h 2582465"/>
                <a:gd name="connsiteX12" fmla="*/ 3771130 w 4328502"/>
                <a:gd name="connsiteY12" fmla="*/ 0 h 2582465"/>
                <a:gd name="connsiteX13" fmla="*/ 4280386 w 4328502"/>
                <a:gd name="connsiteY13" fmla="*/ 0 h 2582465"/>
                <a:gd name="connsiteX14" fmla="*/ 4315979 w 4328502"/>
                <a:gd name="connsiteY14" fmla="*/ 179000 h 2582465"/>
                <a:gd name="connsiteX15" fmla="*/ 4328502 w 4328502"/>
                <a:gd name="connsiteY15" fmla="*/ 370736 h 2582465"/>
                <a:gd name="connsiteX16" fmla="*/ 3347729 w 4328502"/>
                <a:gd name="connsiteY16" fmla="*/ 2076387 h 2582465"/>
                <a:gd name="connsiteX17" fmla="*/ 2267816 w 4328502"/>
                <a:gd name="connsiteY17" fmla="*/ 2582465 h 2582465"/>
                <a:gd name="connsiteX18" fmla="*/ 0 w 4328502"/>
                <a:gd name="connsiteY18" fmla="*/ 34048 h 258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8502" h="2582465">
                  <a:moveTo>
                    <a:pt x="1734" y="0"/>
                  </a:moveTo>
                  <a:lnTo>
                    <a:pt x="484478" y="0"/>
                  </a:lnTo>
                  <a:lnTo>
                    <a:pt x="482822" y="34048"/>
                  </a:lnTo>
                  <a:cubicBezTo>
                    <a:pt x="482822" y="282058"/>
                    <a:pt x="533277" y="544392"/>
                    <a:pt x="628796" y="792561"/>
                  </a:cubicBezTo>
                  <a:cubicBezTo>
                    <a:pt x="723268" y="1038077"/>
                    <a:pt x="862321" y="1271844"/>
                    <a:pt x="1030826" y="1468513"/>
                  </a:cubicBezTo>
                  <a:cubicBezTo>
                    <a:pt x="1199089" y="1664942"/>
                    <a:pt x="1398173" y="1825561"/>
                    <a:pt x="1606511" y="1933149"/>
                  </a:cubicBezTo>
                  <a:cubicBezTo>
                    <a:pt x="1820482" y="2043635"/>
                    <a:pt x="2042982" y="2099643"/>
                    <a:pt x="2267816" y="2099643"/>
                  </a:cubicBezTo>
                  <a:cubicBezTo>
                    <a:pt x="2482672" y="2099643"/>
                    <a:pt x="2607321" y="2015390"/>
                    <a:pt x="2868689" y="1824756"/>
                  </a:cubicBezTo>
                  <a:cubicBezTo>
                    <a:pt x="2934111" y="1777037"/>
                    <a:pt x="3001787" y="1727709"/>
                    <a:pt x="3076705" y="1676851"/>
                  </a:cubicBezTo>
                  <a:cubicBezTo>
                    <a:pt x="3341774" y="1497000"/>
                    <a:pt x="3530236" y="1312481"/>
                    <a:pt x="3652712" y="1112593"/>
                  </a:cubicBezTo>
                  <a:cubicBezTo>
                    <a:pt x="3782591" y="900714"/>
                    <a:pt x="3845680" y="658016"/>
                    <a:pt x="3845680" y="370736"/>
                  </a:cubicBezTo>
                  <a:cubicBezTo>
                    <a:pt x="3845680" y="248462"/>
                    <a:pt x="3823726" y="132614"/>
                    <a:pt x="3777375" y="13757"/>
                  </a:cubicBezTo>
                  <a:lnTo>
                    <a:pt x="3771130" y="0"/>
                  </a:lnTo>
                  <a:lnTo>
                    <a:pt x="4280386" y="0"/>
                  </a:lnTo>
                  <a:lnTo>
                    <a:pt x="4315979" y="179000"/>
                  </a:lnTo>
                  <a:cubicBezTo>
                    <a:pt x="4324163" y="240678"/>
                    <a:pt x="4328502" y="304478"/>
                    <a:pt x="4328502" y="370736"/>
                  </a:cubicBezTo>
                  <a:cubicBezTo>
                    <a:pt x="4328502" y="1156771"/>
                    <a:pt x="3951016" y="1667114"/>
                    <a:pt x="3347729" y="2076387"/>
                  </a:cubicBezTo>
                  <a:cubicBezTo>
                    <a:pt x="2985773" y="2321982"/>
                    <a:pt x="2737522" y="2582465"/>
                    <a:pt x="2267816" y="2582465"/>
                  </a:cubicBezTo>
                  <a:cubicBezTo>
                    <a:pt x="1015295" y="2582465"/>
                    <a:pt x="0" y="1299204"/>
                    <a:pt x="0" y="3404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613766-6995-44A2-A21A-E0D036A1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91623" y="-12150"/>
              <a:ext cx="4328502" cy="2582465"/>
            </a:xfrm>
            <a:custGeom>
              <a:avLst/>
              <a:gdLst>
                <a:gd name="connsiteX0" fmla="*/ 1734 w 4328502"/>
                <a:gd name="connsiteY0" fmla="*/ 0 h 2582465"/>
                <a:gd name="connsiteX1" fmla="*/ 404018 w 4328502"/>
                <a:gd name="connsiteY1" fmla="*/ 0 h 2582465"/>
                <a:gd name="connsiteX2" fmla="*/ 402352 w 4328502"/>
                <a:gd name="connsiteY2" fmla="*/ 34048 h 2582465"/>
                <a:gd name="connsiteX3" fmla="*/ 553717 w 4328502"/>
                <a:gd name="connsiteY3" fmla="*/ 821451 h 2582465"/>
                <a:gd name="connsiteX4" fmla="*/ 969749 w 4328502"/>
                <a:gd name="connsiteY4" fmla="*/ 1520900 h 2582465"/>
                <a:gd name="connsiteX5" fmla="*/ 1569655 w 4328502"/>
                <a:gd name="connsiteY5" fmla="*/ 2004688 h 2582465"/>
                <a:gd name="connsiteX6" fmla="*/ 2267816 w 4328502"/>
                <a:gd name="connsiteY6" fmla="*/ 2180113 h 2582465"/>
                <a:gd name="connsiteX7" fmla="*/ 2916086 w 4328502"/>
                <a:gd name="connsiteY7" fmla="*/ 1889776 h 2582465"/>
                <a:gd name="connsiteX8" fmla="*/ 3121849 w 4328502"/>
                <a:gd name="connsiteY8" fmla="*/ 1743481 h 2582465"/>
                <a:gd name="connsiteX9" fmla="*/ 3926150 w 4328502"/>
                <a:gd name="connsiteY9" fmla="*/ 370736 h 2582465"/>
                <a:gd name="connsiteX10" fmla="*/ 3890864 w 4328502"/>
                <a:gd name="connsiteY10" fmla="*/ 101186 h 2582465"/>
                <a:gd name="connsiteX11" fmla="*/ 3856896 w 4328502"/>
                <a:gd name="connsiteY11" fmla="*/ 0 h 2582465"/>
                <a:gd name="connsiteX12" fmla="*/ 4280386 w 4328502"/>
                <a:gd name="connsiteY12" fmla="*/ 0 h 2582465"/>
                <a:gd name="connsiteX13" fmla="*/ 4315979 w 4328502"/>
                <a:gd name="connsiteY13" fmla="*/ 179000 h 2582465"/>
                <a:gd name="connsiteX14" fmla="*/ 4328502 w 4328502"/>
                <a:gd name="connsiteY14" fmla="*/ 370736 h 2582465"/>
                <a:gd name="connsiteX15" fmla="*/ 3347729 w 4328502"/>
                <a:gd name="connsiteY15" fmla="*/ 2076387 h 2582465"/>
                <a:gd name="connsiteX16" fmla="*/ 2267816 w 4328502"/>
                <a:gd name="connsiteY16" fmla="*/ 2582465 h 2582465"/>
                <a:gd name="connsiteX17" fmla="*/ 0 w 4328502"/>
                <a:gd name="connsiteY17" fmla="*/ 34048 h 258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28502" h="2582465">
                  <a:moveTo>
                    <a:pt x="1734" y="0"/>
                  </a:moveTo>
                  <a:lnTo>
                    <a:pt x="404018" y="0"/>
                  </a:lnTo>
                  <a:lnTo>
                    <a:pt x="402352" y="34048"/>
                  </a:lnTo>
                  <a:cubicBezTo>
                    <a:pt x="402352" y="295496"/>
                    <a:pt x="453209" y="560486"/>
                    <a:pt x="553717" y="821451"/>
                  </a:cubicBezTo>
                  <a:cubicBezTo>
                    <a:pt x="651408" y="1075496"/>
                    <a:pt x="795289" y="1317310"/>
                    <a:pt x="969749" y="1520900"/>
                  </a:cubicBezTo>
                  <a:cubicBezTo>
                    <a:pt x="1147186" y="1728030"/>
                    <a:pt x="1349086" y="1890822"/>
                    <a:pt x="1569655" y="2004688"/>
                  </a:cubicBezTo>
                  <a:cubicBezTo>
                    <a:pt x="1795133" y="2121048"/>
                    <a:pt x="2030026" y="2180113"/>
                    <a:pt x="2267816" y="2180113"/>
                  </a:cubicBezTo>
                  <a:cubicBezTo>
                    <a:pt x="2507377" y="2180113"/>
                    <a:pt x="2647234" y="2085882"/>
                    <a:pt x="2916086" y="1889776"/>
                  </a:cubicBezTo>
                  <a:cubicBezTo>
                    <a:pt x="2980945" y="1842459"/>
                    <a:pt x="3048057" y="1793533"/>
                    <a:pt x="3121849" y="1743481"/>
                  </a:cubicBezTo>
                  <a:cubicBezTo>
                    <a:pt x="3685624" y="1361005"/>
                    <a:pt x="3926150" y="950445"/>
                    <a:pt x="3926150" y="370736"/>
                  </a:cubicBezTo>
                  <a:cubicBezTo>
                    <a:pt x="3926150" y="275620"/>
                    <a:pt x="3913903" y="186836"/>
                    <a:pt x="3890864" y="101186"/>
                  </a:cubicBezTo>
                  <a:lnTo>
                    <a:pt x="3856896" y="0"/>
                  </a:lnTo>
                  <a:lnTo>
                    <a:pt x="4280386" y="0"/>
                  </a:lnTo>
                  <a:lnTo>
                    <a:pt x="4315979" y="179000"/>
                  </a:lnTo>
                  <a:cubicBezTo>
                    <a:pt x="4324163" y="240678"/>
                    <a:pt x="4328502" y="304478"/>
                    <a:pt x="4328502" y="370736"/>
                  </a:cubicBezTo>
                  <a:cubicBezTo>
                    <a:pt x="4328502" y="1156771"/>
                    <a:pt x="3951016" y="1667114"/>
                    <a:pt x="3347729" y="2076387"/>
                  </a:cubicBezTo>
                  <a:cubicBezTo>
                    <a:pt x="2985773" y="2321982"/>
                    <a:pt x="2737522" y="2582465"/>
                    <a:pt x="2267816" y="2582465"/>
                  </a:cubicBezTo>
                  <a:cubicBezTo>
                    <a:pt x="1015295" y="2582465"/>
                    <a:pt x="0" y="1299204"/>
                    <a:pt x="0" y="3404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FA521023-D344-46F0-A210-55310BCA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46372" y="-12149"/>
              <a:ext cx="4619000" cy="2609159"/>
            </a:xfrm>
            <a:custGeom>
              <a:avLst/>
              <a:gdLst>
                <a:gd name="connsiteX0" fmla="*/ 22456 w 4619000"/>
                <a:gd name="connsiteY0" fmla="*/ 0 h 2614653"/>
                <a:gd name="connsiteX1" fmla="*/ 147678 w 4619000"/>
                <a:gd name="connsiteY1" fmla="*/ 0 h 2614653"/>
                <a:gd name="connsiteX2" fmla="*/ 145973 w 4619000"/>
                <a:gd name="connsiteY2" fmla="*/ 79675 h 2614653"/>
                <a:gd name="connsiteX3" fmla="*/ 170195 w 4619000"/>
                <a:gd name="connsiteY3" fmla="*/ 405339 h 2614653"/>
                <a:gd name="connsiteX4" fmla="*/ 210108 w 4619000"/>
                <a:gd name="connsiteY4" fmla="*/ 609814 h 2614653"/>
                <a:gd name="connsiteX5" fmla="*/ 267242 w 4619000"/>
                <a:gd name="connsiteY5" fmla="*/ 810587 h 2614653"/>
                <a:gd name="connsiteX6" fmla="*/ 340148 w 4619000"/>
                <a:gd name="connsiteY6" fmla="*/ 1006533 h 2614653"/>
                <a:gd name="connsiteX7" fmla="*/ 428344 w 4619000"/>
                <a:gd name="connsiteY7" fmla="*/ 1196765 h 2614653"/>
                <a:gd name="connsiteX8" fmla="*/ 644970 w 4619000"/>
                <a:gd name="connsiteY8" fmla="*/ 1557594 h 2614653"/>
                <a:gd name="connsiteX9" fmla="*/ 707335 w 4619000"/>
                <a:gd name="connsiteY9" fmla="*/ 1642893 h 2614653"/>
                <a:gd name="connsiteX10" fmla="*/ 707496 w 4619000"/>
                <a:gd name="connsiteY10" fmla="*/ 1643054 h 2614653"/>
                <a:gd name="connsiteX11" fmla="*/ 707657 w 4619000"/>
                <a:gd name="connsiteY11" fmla="*/ 1643214 h 2614653"/>
                <a:gd name="connsiteX12" fmla="*/ 734453 w 4619000"/>
                <a:gd name="connsiteY12" fmla="*/ 1678219 h 2614653"/>
                <a:gd name="connsiteX13" fmla="*/ 740006 w 4619000"/>
                <a:gd name="connsiteY13" fmla="*/ 1685301 h 2614653"/>
                <a:gd name="connsiteX14" fmla="*/ 772757 w 4619000"/>
                <a:gd name="connsiteY14" fmla="*/ 1726340 h 2614653"/>
                <a:gd name="connsiteX15" fmla="*/ 912937 w 4619000"/>
                <a:gd name="connsiteY15" fmla="*/ 1886074 h 2614653"/>
                <a:gd name="connsiteX16" fmla="*/ 1230392 w 4619000"/>
                <a:gd name="connsiteY16" fmla="*/ 2170617 h 2614653"/>
                <a:gd name="connsiteX17" fmla="*/ 1407025 w 4619000"/>
                <a:gd name="connsiteY17" fmla="*/ 2291725 h 2614653"/>
                <a:gd name="connsiteX18" fmla="*/ 1595567 w 4619000"/>
                <a:gd name="connsiteY18" fmla="*/ 2394808 h 2614653"/>
                <a:gd name="connsiteX19" fmla="*/ 1595808 w 4619000"/>
                <a:gd name="connsiteY19" fmla="*/ 2394888 h 2614653"/>
                <a:gd name="connsiteX20" fmla="*/ 1596050 w 4619000"/>
                <a:gd name="connsiteY20" fmla="*/ 2394969 h 2614653"/>
                <a:gd name="connsiteX21" fmla="*/ 1644493 w 4619000"/>
                <a:gd name="connsiteY21" fmla="*/ 2417581 h 2614653"/>
                <a:gd name="connsiteX22" fmla="*/ 1669036 w 4619000"/>
                <a:gd name="connsiteY22" fmla="*/ 2428686 h 2614653"/>
                <a:gd name="connsiteX23" fmla="*/ 1693660 w 4619000"/>
                <a:gd name="connsiteY23" fmla="*/ 2439147 h 2614653"/>
                <a:gd name="connsiteX24" fmla="*/ 1697523 w 4619000"/>
                <a:gd name="connsiteY24" fmla="*/ 2440756 h 2614653"/>
                <a:gd name="connsiteX25" fmla="*/ 1743310 w 4619000"/>
                <a:gd name="connsiteY25" fmla="*/ 2459104 h 2614653"/>
                <a:gd name="connsiteX26" fmla="*/ 1761899 w 4619000"/>
                <a:gd name="connsiteY26" fmla="*/ 2466185 h 2614653"/>
                <a:gd name="connsiteX27" fmla="*/ 1793685 w 4619000"/>
                <a:gd name="connsiteY27" fmla="*/ 2477934 h 2614653"/>
                <a:gd name="connsiteX28" fmla="*/ 1794007 w 4619000"/>
                <a:gd name="connsiteY28" fmla="*/ 2478014 h 2614653"/>
                <a:gd name="connsiteX29" fmla="*/ 1794329 w 4619000"/>
                <a:gd name="connsiteY29" fmla="*/ 2478175 h 2614653"/>
                <a:gd name="connsiteX30" fmla="*/ 2000977 w 4619000"/>
                <a:gd name="connsiteY30" fmla="*/ 2539413 h 2614653"/>
                <a:gd name="connsiteX31" fmla="*/ 2429240 w 4619000"/>
                <a:gd name="connsiteY31" fmla="*/ 2588983 h 2614653"/>
                <a:gd name="connsiteX32" fmla="*/ 2640394 w 4619000"/>
                <a:gd name="connsiteY32" fmla="*/ 2568383 h 2614653"/>
                <a:gd name="connsiteX33" fmla="*/ 2842214 w 4619000"/>
                <a:gd name="connsiteY33" fmla="*/ 2505535 h 2614653"/>
                <a:gd name="connsiteX34" fmla="*/ 2842536 w 4619000"/>
                <a:gd name="connsiteY34" fmla="*/ 2505374 h 2614653"/>
                <a:gd name="connsiteX35" fmla="*/ 2842858 w 4619000"/>
                <a:gd name="connsiteY35" fmla="*/ 2505213 h 2614653"/>
                <a:gd name="connsiteX36" fmla="*/ 2876977 w 4619000"/>
                <a:gd name="connsiteY36" fmla="*/ 2490004 h 2614653"/>
                <a:gd name="connsiteX37" fmla="*/ 2890818 w 4619000"/>
                <a:gd name="connsiteY37" fmla="*/ 2483647 h 2614653"/>
                <a:gd name="connsiteX38" fmla="*/ 2902486 w 4619000"/>
                <a:gd name="connsiteY38" fmla="*/ 2477853 h 2614653"/>
                <a:gd name="connsiteX39" fmla="*/ 2937732 w 4619000"/>
                <a:gd name="connsiteY39" fmla="*/ 2459667 h 2614653"/>
                <a:gd name="connsiteX40" fmla="*/ 2938054 w 4619000"/>
                <a:gd name="connsiteY40" fmla="*/ 2459506 h 2614653"/>
                <a:gd name="connsiteX41" fmla="*/ 2938376 w 4619000"/>
                <a:gd name="connsiteY41" fmla="*/ 2459345 h 2614653"/>
                <a:gd name="connsiteX42" fmla="*/ 3030515 w 4619000"/>
                <a:gd name="connsiteY42" fmla="*/ 2405430 h 2614653"/>
                <a:gd name="connsiteX43" fmla="*/ 3119917 w 4619000"/>
                <a:gd name="connsiteY43" fmla="*/ 2345640 h 2614653"/>
                <a:gd name="connsiteX44" fmla="*/ 3207630 w 4619000"/>
                <a:gd name="connsiteY44" fmla="*/ 2281023 h 2614653"/>
                <a:gd name="connsiteX45" fmla="*/ 3313046 w 4619000"/>
                <a:gd name="connsiteY45" fmla="*/ 2199506 h 2614653"/>
                <a:gd name="connsiteX46" fmla="*/ 3382170 w 4619000"/>
                <a:gd name="connsiteY46" fmla="*/ 2145591 h 2614653"/>
                <a:gd name="connsiteX47" fmla="*/ 3471251 w 4619000"/>
                <a:gd name="connsiteY47" fmla="*/ 2077433 h 2614653"/>
                <a:gd name="connsiteX48" fmla="*/ 3518568 w 4619000"/>
                <a:gd name="connsiteY48" fmla="*/ 2042589 h 2614653"/>
                <a:gd name="connsiteX49" fmla="*/ 3561056 w 4619000"/>
                <a:gd name="connsiteY49" fmla="*/ 2011366 h 2614653"/>
                <a:gd name="connsiteX50" fmla="*/ 3561217 w 4619000"/>
                <a:gd name="connsiteY50" fmla="*/ 2011206 h 2614653"/>
                <a:gd name="connsiteX51" fmla="*/ 3561378 w 4619000"/>
                <a:gd name="connsiteY51" fmla="*/ 2011045 h 2614653"/>
                <a:gd name="connsiteX52" fmla="*/ 3633399 w 4619000"/>
                <a:gd name="connsiteY52" fmla="*/ 1956405 h 2614653"/>
                <a:gd name="connsiteX53" fmla="*/ 3646998 w 4619000"/>
                <a:gd name="connsiteY53" fmla="*/ 1945864 h 2614653"/>
                <a:gd name="connsiteX54" fmla="*/ 3653597 w 4619000"/>
                <a:gd name="connsiteY54" fmla="*/ 1940553 h 2614653"/>
                <a:gd name="connsiteX55" fmla="*/ 3729883 w 4619000"/>
                <a:gd name="connsiteY55" fmla="*/ 1877625 h 2614653"/>
                <a:gd name="connsiteX56" fmla="*/ 3885835 w 4619000"/>
                <a:gd name="connsiteY56" fmla="*/ 1733261 h 2614653"/>
                <a:gd name="connsiteX57" fmla="*/ 4145190 w 4619000"/>
                <a:gd name="connsiteY57" fmla="*/ 1410333 h 2614653"/>
                <a:gd name="connsiteX58" fmla="*/ 4242318 w 4619000"/>
                <a:gd name="connsiteY58" fmla="*/ 1232494 h 2614653"/>
                <a:gd name="connsiteX59" fmla="*/ 4242399 w 4619000"/>
                <a:gd name="connsiteY59" fmla="*/ 1232333 h 2614653"/>
                <a:gd name="connsiteX60" fmla="*/ 4242480 w 4619000"/>
                <a:gd name="connsiteY60" fmla="*/ 1232172 h 2614653"/>
                <a:gd name="connsiteX61" fmla="*/ 4315868 w 4619000"/>
                <a:gd name="connsiteY61" fmla="*/ 1044434 h 2614653"/>
                <a:gd name="connsiteX62" fmla="*/ 4366645 w 4619000"/>
                <a:gd name="connsiteY62" fmla="*/ 848408 h 2614653"/>
                <a:gd name="connsiteX63" fmla="*/ 4383383 w 4619000"/>
                <a:gd name="connsiteY63" fmla="*/ 748947 h 2614653"/>
                <a:gd name="connsiteX64" fmla="*/ 4394729 w 4619000"/>
                <a:gd name="connsiteY64" fmla="*/ 649083 h 2614653"/>
                <a:gd name="connsiteX65" fmla="*/ 4403742 w 4619000"/>
                <a:gd name="connsiteY65" fmla="*/ 442355 h 2614653"/>
                <a:gd name="connsiteX66" fmla="*/ 4403742 w 4619000"/>
                <a:gd name="connsiteY66" fmla="*/ 431974 h 2614653"/>
                <a:gd name="connsiteX67" fmla="*/ 4403823 w 4619000"/>
                <a:gd name="connsiteY67" fmla="*/ 418294 h 2614653"/>
                <a:gd name="connsiteX68" fmla="*/ 4403420 w 4619000"/>
                <a:gd name="connsiteY68" fmla="*/ 391659 h 2614653"/>
                <a:gd name="connsiteX69" fmla="*/ 4403420 w 4619000"/>
                <a:gd name="connsiteY69" fmla="*/ 391417 h 2614653"/>
                <a:gd name="connsiteX70" fmla="*/ 4403420 w 4619000"/>
                <a:gd name="connsiteY70" fmla="*/ 391176 h 2614653"/>
                <a:gd name="connsiteX71" fmla="*/ 4402776 w 4619000"/>
                <a:gd name="connsiteY71" fmla="*/ 366149 h 2614653"/>
                <a:gd name="connsiteX72" fmla="*/ 4401489 w 4619000"/>
                <a:gd name="connsiteY72" fmla="*/ 340962 h 2614653"/>
                <a:gd name="connsiteX73" fmla="*/ 4392879 w 4619000"/>
                <a:gd name="connsiteY73" fmla="*/ 242306 h 2614653"/>
                <a:gd name="connsiteX74" fmla="*/ 4355219 w 4619000"/>
                <a:gd name="connsiteY74" fmla="*/ 50233 h 2614653"/>
                <a:gd name="connsiteX75" fmla="*/ 4337863 w 4619000"/>
                <a:gd name="connsiteY75" fmla="*/ 0 h 2614653"/>
                <a:gd name="connsiteX76" fmla="*/ 4596545 w 4619000"/>
                <a:gd name="connsiteY76" fmla="*/ 0 h 2614653"/>
                <a:gd name="connsiteX77" fmla="*/ 4607077 w 4619000"/>
                <a:gd name="connsiteY77" fmla="*/ 69014 h 2614653"/>
                <a:gd name="connsiteX78" fmla="*/ 4619000 w 4619000"/>
                <a:gd name="connsiteY78" fmla="*/ 305153 h 2614653"/>
                <a:gd name="connsiteX79" fmla="*/ 2309500 w 4619000"/>
                <a:gd name="connsiteY79" fmla="*/ 2614653 h 2614653"/>
                <a:gd name="connsiteX80" fmla="*/ 0 w 4619000"/>
                <a:gd name="connsiteY80" fmla="*/ 305153 h 2614653"/>
                <a:gd name="connsiteX81" fmla="*/ 11923 w 4619000"/>
                <a:gd name="connsiteY81" fmla="*/ 69014 h 2614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4619000" h="2614653">
                  <a:moveTo>
                    <a:pt x="22456" y="0"/>
                  </a:moveTo>
                  <a:lnTo>
                    <a:pt x="147678" y="0"/>
                  </a:lnTo>
                  <a:lnTo>
                    <a:pt x="145973" y="79675"/>
                  </a:lnTo>
                  <a:cubicBezTo>
                    <a:pt x="145973" y="186942"/>
                    <a:pt x="154101" y="296623"/>
                    <a:pt x="170195" y="405339"/>
                  </a:cubicBezTo>
                  <a:cubicBezTo>
                    <a:pt x="181058" y="476072"/>
                    <a:pt x="194497" y="544874"/>
                    <a:pt x="210108" y="609814"/>
                  </a:cubicBezTo>
                  <a:cubicBezTo>
                    <a:pt x="227168" y="679662"/>
                    <a:pt x="246400" y="747257"/>
                    <a:pt x="267242" y="810587"/>
                  </a:cubicBezTo>
                  <a:cubicBezTo>
                    <a:pt x="288969" y="876814"/>
                    <a:pt x="313513" y="942720"/>
                    <a:pt x="340148" y="1006533"/>
                  </a:cubicBezTo>
                  <a:cubicBezTo>
                    <a:pt x="367025" y="1070587"/>
                    <a:pt x="396719" y="1134561"/>
                    <a:pt x="428344" y="1196765"/>
                  </a:cubicBezTo>
                  <a:cubicBezTo>
                    <a:pt x="491996" y="1321816"/>
                    <a:pt x="564822" y="1443246"/>
                    <a:pt x="644970" y="1557594"/>
                  </a:cubicBezTo>
                  <a:cubicBezTo>
                    <a:pt x="661628" y="1581172"/>
                    <a:pt x="683757" y="1612153"/>
                    <a:pt x="707335" y="1642893"/>
                  </a:cubicBezTo>
                  <a:lnTo>
                    <a:pt x="707496" y="1643054"/>
                  </a:lnTo>
                  <a:lnTo>
                    <a:pt x="707657" y="1643214"/>
                  </a:lnTo>
                  <a:cubicBezTo>
                    <a:pt x="716347" y="1654963"/>
                    <a:pt x="725521" y="1666792"/>
                    <a:pt x="734453" y="1678219"/>
                  </a:cubicBezTo>
                  <a:lnTo>
                    <a:pt x="740006" y="1685301"/>
                  </a:lnTo>
                  <a:cubicBezTo>
                    <a:pt x="751352" y="1700188"/>
                    <a:pt x="762940" y="1714350"/>
                    <a:pt x="772757" y="1726340"/>
                  </a:cubicBezTo>
                  <a:cubicBezTo>
                    <a:pt x="821522" y="1785889"/>
                    <a:pt x="867390" y="1838114"/>
                    <a:pt x="912937" y="1886074"/>
                  </a:cubicBezTo>
                  <a:cubicBezTo>
                    <a:pt x="1011432" y="1990525"/>
                    <a:pt x="1118217" y="2086204"/>
                    <a:pt x="1230392" y="2170617"/>
                  </a:cubicBezTo>
                  <a:cubicBezTo>
                    <a:pt x="1288492" y="2214313"/>
                    <a:pt x="1347959" y="2255111"/>
                    <a:pt x="1407025" y="2291725"/>
                  </a:cubicBezTo>
                  <a:cubicBezTo>
                    <a:pt x="1474700" y="2332765"/>
                    <a:pt x="1536341" y="2366482"/>
                    <a:pt x="1595567" y="2394808"/>
                  </a:cubicBezTo>
                  <a:lnTo>
                    <a:pt x="1595808" y="2394888"/>
                  </a:lnTo>
                  <a:lnTo>
                    <a:pt x="1596050" y="2394969"/>
                  </a:lnTo>
                  <a:cubicBezTo>
                    <a:pt x="1612868" y="2403338"/>
                    <a:pt x="1629928" y="2411063"/>
                    <a:pt x="1644493" y="2417581"/>
                  </a:cubicBezTo>
                  <a:lnTo>
                    <a:pt x="1669036" y="2428686"/>
                  </a:lnTo>
                  <a:lnTo>
                    <a:pt x="1693660" y="2439147"/>
                  </a:lnTo>
                  <a:lnTo>
                    <a:pt x="1697523" y="2440756"/>
                  </a:lnTo>
                  <a:cubicBezTo>
                    <a:pt x="1713214" y="2447275"/>
                    <a:pt x="1728102" y="2453471"/>
                    <a:pt x="1743310" y="2459104"/>
                  </a:cubicBezTo>
                  <a:cubicBezTo>
                    <a:pt x="1749507" y="2461437"/>
                    <a:pt x="1755703" y="2463771"/>
                    <a:pt x="1761899" y="2466185"/>
                  </a:cubicBezTo>
                  <a:cubicBezTo>
                    <a:pt x="1772843" y="2470450"/>
                    <a:pt x="1783224" y="2474393"/>
                    <a:pt x="1793685" y="2477934"/>
                  </a:cubicBezTo>
                  <a:lnTo>
                    <a:pt x="1794007" y="2478014"/>
                  </a:lnTo>
                  <a:lnTo>
                    <a:pt x="1794329" y="2478175"/>
                  </a:lnTo>
                  <a:cubicBezTo>
                    <a:pt x="1863131" y="2503041"/>
                    <a:pt x="1932657" y="2523641"/>
                    <a:pt x="2000977" y="2539413"/>
                  </a:cubicBezTo>
                  <a:cubicBezTo>
                    <a:pt x="2141639" y="2572326"/>
                    <a:pt x="2285761" y="2589063"/>
                    <a:pt x="2429240" y="2588983"/>
                  </a:cubicBezTo>
                  <a:cubicBezTo>
                    <a:pt x="2501824" y="2588500"/>
                    <a:pt x="2573041" y="2581580"/>
                    <a:pt x="2640394" y="2568383"/>
                  </a:cubicBezTo>
                  <a:cubicBezTo>
                    <a:pt x="2711691" y="2553656"/>
                    <a:pt x="2779608" y="2532573"/>
                    <a:pt x="2842214" y="2505535"/>
                  </a:cubicBezTo>
                  <a:lnTo>
                    <a:pt x="2842536" y="2505374"/>
                  </a:lnTo>
                  <a:lnTo>
                    <a:pt x="2842858" y="2505213"/>
                  </a:lnTo>
                  <a:cubicBezTo>
                    <a:pt x="2854124" y="2500626"/>
                    <a:pt x="2865229" y="2495476"/>
                    <a:pt x="2876977" y="2490004"/>
                  </a:cubicBezTo>
                  <a:cubicBezTo>
                    <a:pt x="2881564" y="2487912"/>
                    <a:pt x="2886151" y="2485739"/>
                    <a:pt x="2890818" y="2483647"/>
                  </a:cubicBezTo>
                  <a:cubicBezTo>
                    <a:pt x="2894761" y="2481716"/>
                    <a:pt x="2898624" y="2479785"/>
                    <a:pt x="2902486" y="2477853"/>
                  </a:cubicBezTo>
                  <a:cubicBezTo>
                    <a:pt x="2914718" y="2471738"/>
                    <a:pt x="2926306" y="2465944"/>
                    <a:pt x="2937732" y="2459667"/>
                  </a:cubicBezTo>
                  <a:lnTo>
                    <a:pt x="2938054" y="2459506"/>
                  </a:lnTo>
                  <a:lnTo>
                    <a:pt x="2938376" y="2459345"/>
                  </a:lnTo>
                  <a:cubicBezTo>
                    <a:pt x="2965817" y="2444941"/>
                    <a:pt x="2994223" y="2428364"/>
                    <a:pt x="3030515" y="2405430"/>
                  </a:cubicBezTo>
                  <a:cubicBezTo>
                    <a:pt x="3059082" y="2387566"/>
                    <a:pt x="3087005" y="2368494"/>
                    <a:pt x="3119917" y="2345640"/>
                  </a:cubicBezTo>
                  <a:cubicBezTo>
                    <a:pt x="3150174" y="2324155"/>
                    <a:pt x="3179787" y="2301945"/>
                    <a:pt x="3207630" y="2281023"/>
                  </a:cubicBezTo>
                  <a:cubicBezTo>
                    <a:pt x="3242957" y="2254387"/>
                    <a:pt x="3278605" y="2226464"/>
                    <a:pt x="3313046" y="2199506"/>
                  </a:cubicBezTo>
                  <a:cubicBezTo>
                    <a:pt x="3335658" y="2181803"/>
                    <a:pt x="3358995" y="2163456"/>
                    <a:pt x="3382170" y="2145591"/>
                  </a:cubicBezTo>
                  <a:cubicBezTo>
                    <a:pt x="3406392" y="2126842"/>
                    <a:pt x="3438339" y="2102137"/>
                    <a:pt x="3471251" y="2077433"/>
                  </a:cubicBezTo>
                  <a:cubicBezTo>
                    <a:pt x="3486782" y="2065684"/>
                    <a:pt x="3502956" y="2053935"/>
                    <a:pt x="3518568" y="2042589"/>
                  </a:cubicBezTo>
                  <a:cubicBezTo>
                    <a:pt x="3533374" y="2031806"/>
                    <a:pt x="3547456" y="2021586"/>
                    <a:pt x="3561056" y="2011366"/>
                  </a:cubicBezTo>
                  <a:lnTo>
                    <a:pt x="3561217" y="2011206"/>
                  </a:lnTo>
                  <a:lnTo>
                    <a:pt x="3561378" y="2011045"/>
                  </a:lnTo>
                  <a:cubicBezTo>
                    <a:pt x="3585599" y="1993422"/>
                    <a:pt x="3609902" y="1974592"/>
                    <a:pt x="3633399" y="1956405"/>
                  </a:cubicBezTo>
                  <a:lnTo>
                    <a:pt x="3646998" y="1945864"/>
                  </a:lnTo>
                  <a:lnTo>
                    <a:pt x="3653597" y="1940553"/>
                  </a:lnTo>
                  <a:cubicBezTo>
                    <a:pt x="3678865" y="1920113"/>
                    <a:pt x="3705018" y="1899110"/>
                    <a:pt x="3729883" y="1877625"/>
                  </a:cubicBezTo>
                  <a:cubicBezTo>
                    <a:pt x="3785247" y="1830389"/>
                    <a:pt x="3837713" y="1781785"/>
                    <a:pt x="3885835" y="1733261"/>
                  </a:cubicBezTo>
                  <a:cubicBezTo>
                    <a:pt x="3987790" y="1629937"/>
                    <a:pt x="4075101" y="1521221"/>
                    <a:pt x="4145190" y="1410333"/>
                  </a:cubicBezTo>
                  <a:cubicBezTo>
                    <a:pt x="4184541" y="1347566"/>
                    <a:pt x="4216327" y="1289467"/>
                    <a:pt x="4242318" y="1232494"/>
                  </a:cubicBezTo>
                  <a:lnTo>
                    <a:pt x="4242399" y="1232333"/>
                  </a:lnTo>
                  <a:lnTo>
                    <a:pt x="4242480" y="1232172"/>
                  </a:lnTo>
                  <a:cubicBezTo>
                    <a:pt x="4269759" y="1174233"/>
                    <a:pt x="4294463" y="1111064"/>
                    <a:pt x="4315868" y="1044434"/>
                  </a:cubicBezTo>
                  <a:cubicBezTo>
                    <a:pt x="4335584" y="983116"/>
                    <a:pt x="4352724" y="917130"/>
                    <a:pt x="4366645" y="848408"/>
                  </a:cubicBezTo>
                  <a:cubicBezTo>
                    <a:pt x="4372922" y="816784"/>
                    <a:pt x="4378555" y="783228"/>
                    <a:pt x="4383383" y="748947"/>
                  </a:cubicBezTo>
                  <a:cubicBezTo>
                    <a:pt x="4387890" y="716759"/>
                    <a:pt x="4391671" y="683122"/>
                    <a:pt x="4394729" y="649083"/>
                  </a:cubicBezTo>
                  <a:cubicBezTo>
                    <a:pt x="4400684" y="583983"/>
                    <a:pt x="4403581" y="516388"/>
                    <a:pt x="4403742" y="442355"/>
                  </a:cubicBezTo>
                  <a:lnTo>
                    <a:pt x="4403742" y="431974"/>
                  </a:lnTo>
                  <a:cubicBezTo>
                    <a:pt x="4403823" y="427387"/>
                    <a:pt x="4403823" y="422881"/>
                    <a:pt x="4403823" y="418294"/>
                  </a:cubicBezTo>
                  <a:cubicBezTo>
                    <a:pt x="4403823" y="407270"/>
                    <a:pt x="4403742" y="399062"/>
                    <a:pt x="4403420" y="391659"/>
                  </a:cubicBezTo>
                  <a:lnTo>
                    <a:pt x="4403420" y="391417"/>
                  </a:lnTo>
                  <a:lnTo>
                    <a:pt x="4403420" y="391176"/>
                  </a:lnTo>
                  <a:lnTo>
                    <a:pt x="4402776" y="366149"/>
                  </a:lnTo>
                  <a:lnTo>
                    <a:pt x="4401489" y="340962"/>
                  </a:lnTo>
                  <a:cubicBezTo>
                    <a:pt x="4400201" y="312315"/>
                    <a:pt x="4397546" y="281817"/>
                    <a:pt x="4392879" y="242306"/>
                  </a:cubicBezTo>
                  <a:cubicBezTo>
                    <a:pt x="4385033" y="178131"/>
                    <a:pt x="4372439" y="113955"/>
                    <a:pt x="4355219" y="50233"/>
                  </a:cubicBezTo>
                  <a:lnTo>
                    <a:pt x="4337863" y="0"/>
                  </a:lnTo>
                  <a:lnTo>
                    <a:pt x="4596545" y="0"/>
                  </a:lnTo>
                  <a:lnTo>
                    <a:pt x="4607077" y="69014"/>
                  </a:lnTo>
                  <a:cubicBezTo>
                    <a:pt x="4614961" y="146655"/>
                    <a:pt x="4619000" y="225432"/>
                    <a:pt x="4619000" y="305153"/>
                  </a:cubicBezTo>
                  <a:cubicBezTo>
                    <a:pt x="4619000" y="1580689"/>
                    <a:pt x="3585036" y="2614653"/>
                    <a:pt x="2309500" y="2614653"/>
                  </a:cubicBezTo>
                  <a:cubicBezTo>
                    <a:pt x="1033964" y="2614653"/>
                    <a:pt x="0" y="1580689"/>
                    <a:pt x="0" y="305153"/>
                  </a:cubicBezTo>
                  <a:cubicBezTo>
                    <a:pt x="0" y="225432"/>
                    <a:pt x="4039" y="146655"/>
                    <a:pt x="11923" y="6901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352218-10DD-425E-846C-2766AF166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57008"/>
            <a:ext cx="5409237" cy="4597224"/>
            <a:chOff x="0" y="2317967"/>
            <a:chExt cx="5635126" cy="453626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3A2ABA4-7C75-400B-B004-AE4520FF0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36191"/>
              <a:ext cx="5485018" cy="4518038"/>
            </a:xfrm>
            <a:custGeom>
              <a:avLst/>
              <a:gdLst>
                <a:gd name="connsiteX0" fmla="*/ 1989265 w 5485018"/>
                <a:gd name="connsiteY0" fmla="*/ 0 h 4518038"/>
                <a:gd name="connsiteX1" fmla="*/ 2112245 w 5485018"/>
                <a:gd name="connsiteY1" fmla="*/ 1937 h 4518038"/>
                <a:gd name="connsiteX2" fmla="*/ 2119933 w 5485018"/>
                <a:gd name="connsiteY2" fmla="*/ 1937 h 4518038"/>
                <a:gd name="connsiteX3" fmla="*/ 5333582 w 5485018"/>
                <a:gd name="connsiteY3" fmla="*/ 4434610 h 4518038"/>
                <a:gd name="connsiteX4" fmla="*/ 5305435 w 5485018"/>
                <a:gd name="connsiteY4" fmla="*/ 4518038 h 4518038"/>
                <a:gd name="connsiteX5" fmla="*/ 4512666 w 5485018"/>
                <a:gd name="connsiteY5" fmla="*/ 4518038 h 4518038"/>
                <a:gd name="connsiteX6" fmla="*/ 4574099 w 5485018"/>
                <a:gd name="connsiteY6" fmla="*/ 4368919 h 4518038"/>
                <a:gd name="connsiteX7" fmla="*/ 4741091 w 5485018"/>
                <a:gd name="connsiteY7" fmla="*/ 3389833 h 4518038"/>
                <a:gd name="connsiteX8" fmla="*/ 4569388 w 5485018"/>
                <a:gd name="connsiteY8" fmla="*/ 2387755 h 4518038"/>
                <a:gd name="connsiteX9" fmla="*/ 4073248 w 5485018"/>
                <a:gd name="connsiteY9" fmla="*/ 1537907 h 4518038"/>
                <a:gd name="connsiteX10" fmla="*/ 3276102 w 5485018"/>
                <a:gd name="connsiteY10" fmla="*/ 955249 h 4518038"/>
                <a:gd name="connsiteX11" fmla="*/ 2119808 w 5485018"/>
                <a:gd name="connsiteY11" fmla="*/ 727992 h 4518038"/>
                <a:gd name="connsiteX12" fmla="*/ 2112990 w 5485018"/>
                <a:gd name="connsiteY12" fmla="*/ 727992 h 4518038"/>
                <a:gd name="connsiteX13" fmla="*/ 2100468 w 5485018"/>
                <a:gd name="connsiteY13" fmla="*/ 727992 h 4518038"/>
                <a:gd name="connsiteX14" fmla="*/ 2087947 w 5485018"/>
                <a:gd name="connsiteY14" fmla="*/ 727629 h 4518038"/>
                <a:gd name="connsiteX15" fmla="*/ 1989265 w 5485018"/>
                <a:gd name="connsiteY15" fmla="*/ 726055 h 4518038"/>
                <a:gd name="connsiteX16" fmla="*/ 946901 w 5485018"/>
                <a:gd name="connsiteY16" fmla="*/ 945810 h 4518038"/>
                <a:gd name="connsiteX17" fmla="*/ 218808 w 5485018"/>
                <a:gd name="connsiteY17" fmla="*/ 1519271 h 4518038"/>
                <a:gd name="connsiteX18" fmla="*/ 77177 w 5485018"/>
                <a:gd name="connsiteY18" fmla="*/ 1709761 h 4518038"/>
                <a:gd name="connsiteX19" fmla="*/ 0 w 5485018"/>
                <a:gd name="connsiteY19" fmla="*/ 1837634 h 4518038"/>
                <a:gd name="connsiteX20" fmla="*/ 0 w 5485018"/>
                <a:gd name="connsiteY20" fmla="*/ 701173 h 4518038"/>
                <a:gd name="connsiteX21" fmla="*/ 94238 w 5485018"/>
                <a:gd name="connsiteY21" fmla="*/ 618817 h 4518038"/>
                <a:gd name="connsiteX22" fmla="*/ 1989265 w 5485018"/>
                <a:gd name="connsiteY22" fmla="*/ 0 h 4518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85018" h="4518038">
                  <a:moveTo>
                    <a:pt x="1989265" y="0"/>
                  </a:moveTo>
                  <a:cubicBezTo>
                    <a:pt x="2030052" y="0"/>
                    <a:pt x="2070466" y="606"/>
                    <a:pt x="2112245" y="1937"/>
                  </a:cubicBezTo>
                  <a:cubicBezTo>
                    <a:pt x="2114725" y="1937"/>
                    <a:pt x="2117453" y="1937"/>
                    <a:pt x="2119933" y="1937"/>
                  </a:cubicBezTo>
                  <a:cubicBezTo>
                    <a:pt x="4808915" y="1937"/>
                    <a:pt x="5916843" y="2490455"/>
                    <a:pt x="5333582" y="4434610"/>
                  </a:cubicBezTo>
                  <a:lnTo>
                    <a:pt x="5305435" y="4518038"/>
                  </a:lnTo>
                  <a:lnTo>
                    <a:pt x="4512666" y="4518038"/>
                  </a:lnTo>
                  <a:lnTo>
                    <a:pt x="4574099" y="4368919"/>
                  </a:lnTo>
                  <a:cubicBezTo>
                    <a:pt x="4684932" y="4060345"/>
                    <a:pt x="4741091" y="3730957"/>
                    <a:pt x="4741091" y="3389833"/>
                  </a:cubicBezTo>
                  <a:cubicBezTo>
                    <a:pt x="4741091" y="3043625"/>
                    <a:pt x="4683319" y="2706493"/>
                    <a:pt x="4569388" y="2387755"/>
                  </a:cubicBezTo>
                  <a:cubicBezTo>
                    <a:pt x="4454218" y="2065386"/>
                    <a:pt x="4287225" y="1779441"/>
                    <a:pt x="4073248" y="1537907"/>
                  </a:cubicBezTo>
                  <a:cubicBezTo>
                    <a:pt x="3850965" y="1287054"/>
                    <a:pt x="3582688" y="1091019"/>
                    <a:pt x="3276102" y="955249"/>
                  </a:cubicBezTo>
                  <a:cubicBezTo>
                    <a:pt x="2935427" y="804470"/>
                    <a:pt x="2546399" y="727992"/>
                    <a:pt x="2119808" y="727992"/>
                  </a:cubicBezTo>
                  <a:lnTo>
                    <a:pt x="2112990" y="727992"/>
                  </a:lnTo>
                  <a:lnTo>
                    <a:pt x="2100468" y="727992"/>
                  </a:lnTo>
                  <a:lnTo>
                    <a:pt x="2087947" y="727629"/>
                  </a:lnTo>
                  <a:cubicBezTo>
                    <a:pt x="2054599" y="726541"/>
                    <a:pt x="2022241" y="726055"/>
                    <a:pt x="1989265" y="726055"/>
                  </a:cubicBezTo>
                  <a:cubicBezTo>
                    <a:pt x="1603957" y="726055"/>
                    <a:pt x="1253114" y="799872"/>
                    <a:pt x="946901" y="945810"/>
                  </a:cubicBezTo>
                  <a:cubicBezTo>
                    <a:pt x="667837" y="1078435"/>
                    <a:pt x="422869" y="1271444"/>
                    <a:pt x="218808" y="1519271"/>
                  </a:cubicBezTo>
                  <a:cubicBezTo>
                    <a:pt x="168847" y="1579957"/>
                    <a:pt x="121614" y="1643495"/>
                    <a:pt x="77177" y="1709761"/>
                  </a:cubicBezTo>
                  <a:lnTo>
                    <a:pt x="0" y="1837634"/>
                  </a:lnTo>
                  <a:lnTo>
                    <a:pt x="0" y="701173"/>
                  </a:lnTo>
                  <a:lnTo>
                    <a:pt x="94238" y="618817"/>
                  </a:lnTo>
                  <a:cubicBezTo>
                    <a:pt x="583605" y="235740"/>
                    <a:pt x="1215977" y="0"/>
                    <a:pt x="1989265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DE4509-9115-467E-836A-106D01A0E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36191"/>
              <a:ext cx="5485018" cy="4518038"/>
            </a:xfrm>
            <a:custGeom>
              <a:avLst/>
              <a:gdLst>
                <a:gd name="connsiteX0" fmla="*/ 1989265 w 5485018"/>
                <a:gd name="connsiteY0" fmla="*/ 0 h 4518038"/>
                <a:gd name="connsiteX1" fmla="*/ 2112245 w 5485018"/>
                <a:gd name="connsiteY1" fmla="*/ 1937 h 4518038"/>
                <a:gd name="connsiteX2" fmla="*/ 2119933 w 5485018"/>
                <a:gd name="connsiteY2" fmla="*/ 1937 h 4518038"/>
                <a:gd name="connsiteX3" fmla="*/ 5333582 w 5485018"/>
                <a:gd name="connsiteY3" fmla="*/ 4434610 h 4518038"/>
                <a:gd name="connsiteX4" fmla="*/ 5305435 w 5485018"/>
                <a:gd name="connsiteY4" fmla="*/ 4518038 h 4518038"/>
                <a:gd name="connsiteX5" fmla="*/ 4646095 w 5485018"/>
                <a:gd name="connsiteY5" fmla="*/ 4518038 h 4518038"/>
                <a:gd name="connsiteX6" fmla="*/ 4691006 w 5485018"/>
                <a:gd name="connsiteY6" fmla="*/ 4409093 h 4518038"/>
                <a:gd name="connsiteX7" fmla="*/ 4864938 w 5485018"/>
                <a:gd name="connsiteY7" fmla="*/ 3389953 h 4518038"/>
                <a:gd name="connsiteX8" fmla="*/ 4686293 w 5485018"/>
                <a:gd name="connsiteY8" fmla="*/ 2347943 h 4518038"/>
                <a:gd name="connsiteX9" fmla="*/ 4166848 w 5485018"/>
                <a:gd name="connsiteY9" fmla="*/ 1458888 h 4518038"/>
                <a:gd name="connsiteX10" fmla="*/ 3327179 w 5485018"/>
                <a:gd name="connsiteY10" fmla="*/ 845129 h 4518038"/>
                <a:gd name="connsiteX11" fmla="*/ 2119684 w 5485018"/>
                <a:gd name="connsiteY11" fmla="*/ 607104 h 4518038"/>
                <a:gd name="connsiteX12" fmla="*/ 2113362 w 5485018"/>
                <a:gd name="connsiteY12" fmla="*/ 607104 h 4518038"/>
                <a:gd name="connsiteX13" fmla="*/ 2102700 w 5485018"/>
                <a:gd name="connsiteY13" fmla="*/ 607104 h 4518038"/>
                <a:gd name="connsiteX14" fmla="*/ 2092038 w 5485018"/>
                <a:gd name="connsiteY14" fmla="*/ 606740 h 4518038"/>
                <a:gd name="connsiteX15" fmla="*/ 1989265 w 5485018"/>
                <a:gd name="connsiteY15" fmla="*/ 605046 h 4518038"/>
                <a:gd name="connsiteX16" fmla="*/ 892105 w 5485018"/>
                <a:gd name="connsiteY16" fmla="*/ 837143 h 4518038"/>
                <a:gd name="connsiteX17" fmla="*/ 121738 w 5485018"/>
                <a:gd name="connsiteY17" fmla="*/ 1443641 h 4518038"/>
                <a:gd name="connsiteX18" fmla="*/ 0 w 5485018"/>
                <a:gd name="connsiteY18" fmla="*/ 1607393 h 4518038"/>
                <a:gd name="connsiteX19" fmla="*/ 0 w 5485018"/>
                <a:gd name="connsiteY19" fmla="*/ 701173 h 4518038"/>
                <a:gd name="connsiteX20" fmla="*/ 94238 w 5485018"/>
                <a:gd name="connsiteY20" fmla="*/ 618817 h 4518038"/>
                <a:gd name="connsiteX21" fmla="*/ 1989265 w 5485018"/>
                <a:gd name="connsiteY21" fmla="*/ 0 h 4518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85018" h="4518038">
                  <a:moveTo>
                    <a:pt x="1989265" y="0"/>
                  </a:moveTo>
                  <a:cubicBezTo>
                    <a:pt x="2030052" y="0"/>
                    <a:pt x="2070466" y="606"/>
                    <a:pt x="2112245" y="1937"/>
                  </a:cubicBezTo>
                  <a:cubicBezTo>
                    <a:pt x="2114725" y="1937"/>
                    <a:pt x="2117453" y="1937"/>
                    <a:pt x="2119933" y="1937"/>
                  </a:cubicBezTo>
                  <a:cubicBezTo>
                    <a:pt x="4808915" y="1937"/>
                    <a:pt x="5916843" y="2490455"/>
                    <a:pt x="5333582" y="4434610"/>
                  </a:cubicBezTo>
                  <a:lnTo>
                    <a:pt x="5305435" y="4518038"/>
                  </a:lnTo>
                  <a:lnTo>
                    <a:pt x="4646095" y="4518038"/>
                  </a:lnTo>
                  <a:lnTo>
                    <a:pt x="4691006" y="4409093"/>
                  </a:lnTo>
                  <a:cubicBezTo>
                    <a:pt x="4806425" y="4087572"/>
                    <a:pt x="4864938" y="3744753"/>
                    <a:pt x="4864938" y="3389953"/>
                  </a:cubicBezTo>
                  <a:cubicBezTo>
                    <a:pt x="4864938" y="3030072"/>
                    <a:pt x="4804812" y="2679509"/>
                    <a:pt x="4686293" y="2347943"/>
                  </a:cubicBezTo>
                  <a:cubicBezTo>
                    <a:pt x="4565916" y="2011174"/>
                    <a:pt x="4391115" y="1712040"/>
                    <a:pt x="4166848" y="1458888"/>
                  </a:cubicBezTo>
                  <a:cubicBezTo>
                    <a:pt x="3932787" y="1194604"/>
                    <a:pt x="3650253" y="988162"/>
                    <a:pt x="3327179" y="845129"/>
                  </a:cubicBezTo>
                  <a:cubicBezTo>
                    <a:pt x="2970387" y="687212"/>
                    <a:pt x="2564126" y="607104"/>
                    <a:pt x="2119684" y="607104"/>
                  </a:cubicBezTo>
                  <a:lnTo>
                    <a:pt x="2113362" y="607104"/>
                  </a:lnTo>
                  <a:lnTo>
                    <a:pt x="2102700" y="607104"/>
                  </a:lnTo>
                  <a:lnTo>
                    <a:pt x="2092038" y="606740"/>
                  </a:lnTo>
                  <a:cubicBezTo>
                    <a:pt x="2057202" y="605532"/>
                    <a:pt x="2023605" y="605046"/>
                    <a:pt x="1989265" y="605046"/>
                  </a:cubicBezTo>
                  <a:cubicBezTo>
                    <a:pt x="1584989" y="605046"/>
                    <a:pt x="1215923" y="682977"/>
                    <a:pt x="892105" y="837143"/>
                  </a:cubicBezTo>
                  <a:cubicBezTo>
                    <a:pt x="596554" y="977755"/>
                    <a:pt x="337327" y="1181776"/>
                    <a:pt x="121738" y="1443641"/>
                  </a:cubicBezTo>
                  <a:lnTo>
                    <a:pt x="0" y="1607393"/>
                  </a:lnTo>
                  <a:lnTo>
                    <a:pt x="0" y="701173"/>
                  </a:lnTo>
                  <a:lnTo>
                    <a:pt x="94238" y="618817"/>
                  </a:lnTo>
                  <a:cubicBezTo>
                    <a:pt x="583605" y="235740"/>
                    <a:pt x="1215977" y="0"/>
                    <a:pt x="1989265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8AEE038-5037-42A4-9563-BCE140CA4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361563"/>
              <a:ext cx="5474293" cy="4492666"/>
            </a:xfrm>
            <a:custGeom>
              <a:avLst/>
              <a:gdLst>
                <a:gd name="connsiteX0" fmla="*/ 2115592 w 5474293"/>
                <a:gd name="connsiteY0" fmla="*/ 41 h 4492666"/>
                <a:gd name="connsiteX1" fmla="*/ 3398462 w 5474293"/>
                <a:gd name="connsiteY1" fmla="*/ 218585 h 4492666"/>
                <a:gd name="connsiteX2" fmla="*/ 3475450 w 5474293"/>
                <a:gd name="connsiteY2" fmla="*/ 248231 h 4492666"/>
                <a:gd name="connsiteX3" fmla="*/ 3514006 w 5474293"/>
                <a:gd name="connsiteY3" fmla="*/ 262994 h 4492666"/>
                <a:gd name="connsiteX4" fmla="*/ 3551818 w 5474293"/>
                <a:gd name="connsiteY4" fmla="*/ 279573 h 4492666"/>
                <a:gd name="connsiteX5" fmla="*/ 3627317 w 5474293"/>
                <a:gd name="connsiteY5" fmla="*/ 313213 h 4492666"/>
                <a:gd name="connsiteX6" fmla="*/ 3665128 w 5474293"/>
                <a:gd name="connsiteY6" fmla="*/ 330033 h 4492666"/>
                <a:gd name="connsiteX7" fmla="*/ 3702071 w 5474293"/>
                <a:gd name="connsiteY7" fmla="*/ 348669 h 4492666"/>
                <a:gd name="connsiteX8" fmla="*/ 3775959 w 5474293"/>
                <a:gd name="connsiteY8" fmla="*/ 386060 h 4492666"/>
                <a:gd name="connsiteX9" fmla="*/ 3812905 w 5474293"/>
                <a:gd name="connsiteY9" fmla="*/ 404817 h 4492666"/>
                <a:gd name="connsiteX10" fmla="*/ 3848855 w 5474293"/>
                <a:gd name="connsiteY10" fmla="*/ 425267 h 4492666"/>
                <a:gd name="connsiteX11" fmla="*/ 3920762 w 5474293"/>
                <a:gd name="connsiteY11" fmla="*/ 466653 h 4492666"/>
                <a:gd name="connsiteX12" fmla="*/ 3956712 w 5474293"/>
                <a:gd name="connsiteY12" fmla="*/ 487466 h 4492666"/>
                <a:gd name="connsiteX13" fmla="*/ 3991550 w 5474293"/>
                <a:gd name="connsiteY13" fmla="*/ 509852 h 4492666"/>
                <a:gd name="connsiteX14" fmla="*/ 4511739 w 5474293"/>
                <a:gd name="connsiteY14" fmla="*/ 921042 h 4492666"/>
                <a:gd name="connsiteX15" fmla="*/ 4933990 w 5474293"/>
                <a:gd name="connsiteY15" fmla="*/ 1431579 h 4492666"/>
                <a:gd name="connsiteX16" fmla="*/ 5244418 w 5474293"/>
                <a:gd name="connsiteY16" fmla="*/ 2014241 h 4492666"/>
                <a:gd name="connsiteX17" fmla="*/ 5433601 w 5474293"/>
                <a:gd name="connsiteY17" fmla="*/ 2643851 h 4492666"/>
                <a:gd name="connsiteX18" fmla="*/ 5469182 w 5474293"/>
                <a:gd name="connsiteY18" fmla="*/ 2969730 h 4492666"/>
                <a:gd name="connsiteX19" fmla="*/ 5472280 w 5474293"/>
                <a:gd name="connsiteY19" fmla="*/ 3051530 h 4492666"/>
                <a:gd name="connsiteX20" fmla="*/ 5473893 w 5474293"/>
                <a:gd name="connsiteY20" fmla="*/ 3133213 h 4492666"/>
                <a:gd name="connsiteX21" fmla="*/ 5473396 w 5474293"/>
                <a:gd name="connsiteY21" fmla="*/ 3214894 h 4492666"/>
                <a:gd name="connsiteX22" fmla="*/ 5471413 w 5474293"/>
                <a:gd name="connsiteY22" fmla="*/ 3296455 h 4492666"/>
                <a:gd name="connsiteX23" fmla="*/ 5370003 w 5474293"/>
                <a:gd name="connsiteY23" fmla="*/ 3937439 h 4492666"/>
                <a:gd name="connsiteX24" fmla="*/ 5330578 w 5474293"/>
                <a:gd name="connsiteY24" fmla="*/ 4093542 h 4492666"/>
                <a:gd name="connsiteX25" fmla="*/ 5309380 w 5474293"/>
                <a:gd name="connsiteY25" fmla="*/ 4170988 h 4492666"/>
                <a:gd name="connsiteX26" fmla="*/ 5289173 w 5474293"/>
                <a:gd name="connsiteY26" fmla="*/ 4248555 h 4492666"/>
                <a:gd name="connsiteX27" fmla="*/ 5266983 w 5474293"/>
                <a:gd name="connsiteY27" fmla="*/ 4325639 h 4492666"/>
                <a:gd name="connsiteX28" fmla="*/ 5245039 w 5474293"/>
                <a:gd name="connsiteY28" fmla="*/ 4402599 h 4492666"/>
                <a:gd name="connsiteX29" fmla="*/ 5216062 w 5474293"/>
                <a:gd name="connsiteY29" fmla="*/ 4492666 h 4492666"/>
                <a:gd name="connsiteX30" fmla="*/ 4901582 w 5474293"/>
                <a:gd name="connsiteY30" fmla="*/ 4492666 h 4492666"/>
                <a:gd name="connsiteX31" fmla="*/ 4912791 w 5474293"/>
                <a:gd name="connsiteY31" fmla="*/ 4462983 h 4492666"/>
                <a:gd name="connsiteX32" fmla="*/ 4934983 w 5474293"/>
                <a:gd name="connsiteY32" fmla="*/ 4393040 h 4492666"/>
                <a:gd name="connsiteX33" fmla="*/ 4956181 w 5474293"/>
                <a:gd name="connsiteY33" fmla="*/ 4322734 h 4492666"/>
                <a:gd name="connsiteX34" fmla="*/ 4990895 w 5474293"/>
                <a:gd name="connsiteY34" fmla="*/ 4180064 h 4492666"/>
                <a:gd name="connsiteX35" fmla="*/ 5014697 w 5474293"/>
                <a:gd name="connsiteY35" fmla="*/ 4035216 h 4492666"/>
                <a:gd name="connsiteX36" fmla="*/ 5026474 w 5474293"/>
                <a:gd name="connsiteY36" fmla="*/ 3888915 h 4492666"/>
                <a:gd name="connsiteX37" fmla="*/ 4998580 w 5474293"/>
                <a:gd name="connsiteY37" fmla="*/ 3307225 h 4492666"/>
                <a:gd name="connsiteX38" fmla="*/ 4990770 w 5474293"/>
                <a:gd name="connsiteY38" fmla="*/ 3235586 h 4492666"/>
                <a:gd name="connsiteX39" fmla="*/ 4982093 w 5474293"/>
                <a:gd name="connsiteY39" fmla="*/ 3164190 h 4492666"/>
                <a:gd name="connsiteX40" fmla="*/ 4971556 w 5474293"/>
                <a:gd name="connsiteY40" fmla="*/ 3093158 h 4492666"/>
                <a:gd name="connsiteX41" fmla="*/ 4960024 w 5474293"/>
                <a:gd name="connsiteY41" fmla="*/ 3022368 h 4492666"/>
                <a:gd name="connsiteX42" fmla="*/ 4946883 w 5474293"/>
                <a:gd name="connsiteY42" fmla="*/ 2951941 h 4492666"/>
                <a:gd name="connsiteX43" fmla="*/ 4940685 w 5474293"/>
                <a:gd name="connsiteY43" fmla="*/ 2916728 h 4492666"/>
                <a:gd name="connsiteX44" fmla="*/ 4933123 w 5474293"/>
                <a:gd name="connsiteY44" fmla="*/ 2881754 h 4492666"/>
                <a:gd name="connsiteX45" fmla="*/ 4918494 w 5474293"/>
                <a:gd name="connsiteY45" fmla="*/ 2811812 h 4492666"/>
                <a:gd name="connsiteX46" fmla="*/ 4911553 w 5474293"/>
                <a:gd name="connsiteY46" fmla="*/ 2776841 h 4492666"/>
                <a:gd name="connsiteX47" fmla="*/ 4903494 w 5474293"/>
                <a:gd name="connsiteY47" fmla="*/ 2742111 h 4492666"/>
                <a:gd name="connsiteX48" fmla="*/ 4755594 w 5474293"/>
                <a:gd name="connsiteY48" fmla="*/ 2192244 h 4492666"/>
                <a:gd name="connsiteX49" fmla="*/ 4523888 w 5474293"/>
                <a:gd name="connsiteY49" fmla="*/ 1671057 h 4492666"/>
                <a:gd name="connsiteX50" fmla="*/ 4489176 w 5474293"/>
                <a:gd name="connsiteY50" fmla="*/ 1608376 h 4492666"/>
                <a:gd name="connsiteX51" fmla="*/ 4451613 w 5474293"/>
                <a:gd name="connsiteY51" fmla="*/ 1547507 h 4492666"/>
                <a:gd name="connsiteX52" fmla="*/ 4414049 w 5474293"/>
                <a:gd name="connsiteY52" fmla="*/ 1486398 h 4492666"/>
                <a:gd name="connsiteX53" fmla="*/ 4373758 w 5474293"/>
                <a:gd name="connsiteY53" fmla="*/ 1427104 h 4492666"/>
                <a:gd name="connsiteX54" fmla="*/ 4332971 w 5474293"/>
                <a:gd name="connsiteY54" fmla="*/ 1367930 h 4492666"/>
                <a:gd name="connsiteX55" fmla="*/ 4289828 w 5474293"/>
                <a:gd name="connsiteY55" fmla="*/ 1310450 h 4492666"/>
                <a:gd name="connsiteX56" fmla="*/ 4268258 w 5474293"/>
                <a:gd name="connsiteY56" fmla="*/ 1281651 h 4492666"/>
                <a:gd name="connsiteX57" fmla="*/ 4257471 w 5474293"/>
                <a:gd name="connsiteY57" fmla="*/ 1267250 h 4492666"/>
                <a:gd name="connsiteX58" fmla="*/ 4245941 w 5474293"/>
                <a:gd name="connsiteY58" fmla="*/ 1253455 h 4492666"/>
                <a:gd name="connsiteX59" fmla="*/ 4199824 w 5474293"/>
                <a:gd name="connsiteY59" fmla="*/ 1198154 h 4492666"/>
                <a:gd name="connsiteX60" fmla="*/ 3782406 w 5474293"/>
                <a:gd name="connsiteY60" fmla="*/ 797372 h 4492666"/>
                <a:gd name="connsiteX61" fmla="*/ 3540661 w 5474293"/>
                <a:gd name="connsiteY61" fmla="*/ 632194 h 4492666"/>
                <a:gd name="connsiteX62" fmla="*/ 3279449 w 5474293"/>
                <a:gd name="connsiteY62" fmla="*/ 495211 h 4492666"/>
                <a:gd name="connsiteX63" fmla="*/ 2712893 w 5474293"/>
                <a:gd name="connsiteY63" fmla="*/ 311278 h 4492666"/>
                <a:gd name="connsiteX64" fmla="*/ 2639377 w 5474293"/>
                <a:gd name="connsiteY64" fmla="*/ 295787 h 4492666"/>
                <a:gd name="connsiteX65" fmla="*/ 2564993 w 5474293"/>
                <a:gd name="connsiteY65" fmla="*/ 284291 h 4492666"/>
                <a:gd name="connsiteX66" fmla="*/ 2415482 w 5474293"/>
                <a:gd name="connsiteY66" fmla="*/ 264446 h 4492666"/>
                <a:gd name="connsiteX67" fmla="*/ 2340231 w 5474293"/>
                <a:gd name="connsiteY67" fmla="*/ 257428 h 4492666"/>
                <a:gd name="connsiteX68" fmla="*/ 2264732 w 5474293"/>
                <a:gd name="connsiteY68" fmla="*/ 251982 h 4492666"/>
                <a:gd name="connsiteX69" fmla="*/ 2112989 w 5474293"/>
                <a:gd name="connsiteY69" fmla="*/ 245811 h 4492666"/>
                <a:gd name="connsiteX70" fmla="*/ 1515068 w 5474293"/>
                <a:gd name="connsiteY70" fmla="*/ 306677 h 4492666"/>
                <a:gd name="connsiteX71" fmla="*/ 963016 w 5474293"/>
                <a:gd name="connsiteY71" fmla="*/ 513967 h 4492666"/>
                <a:gd name="connsiteX72" fmla="*/ 485101 w 5474293"/>
                <a:gd name="connsiteY72" fmla="*/ 835489 h 4492666"/>
                <a:gd name="connsiteX73" fmla="*/ 377616 w 5474293"/>
                <a:gd name="connsiteY73" fmla="*/ 929391 h 4492666"/>
                <a:gd name="connsiteX74" fmla="*/ 350963 w 5474293"/>
                <a:gd name="connsiteY74" fmla="*/ 952869 h 4492666"/>
                <a:gd name="connsiteX75" fmla="*/ 325177 w 5474293"/>
                <a:gd name="connsiteY75" fmla="*/ 977433 h 4492666"/>
                <a:gd name="connsiteX76" fmla="*/ 273108 w 5474293"/>
                <a:gd name="connsiteY76" fmla="*/ 1026079 h 4492666"/>
                <a:gd name="connsiteX77" fmla="*/ 246950 w 5474293"/>
                <a:gd name="connsiteY77" fmla="*/ 1050280 h 4492666"/>
                <a:gd name="connsiteX78" fmla="*/ 221907 w 5474293"/>
                <a:gd name="connsiteY78" fmla="*/ 1075572 h 4492666"/>
                <a:gd name="connsiteX79" fmla="*/ 171698 w 5474293"/>
                <a:gd name="connsiteY79" fmla="*/ 1126154 h 4492666"/>
                <a:gd name="connsiteX80" fmla="*/ 123596 w 5474293"/>
                <a:gd name="connsiteY80" fmla="*/ 1178793 h 4492666"/>
                <a:gd name="connsiteX81" fmla="*/ 76734 w 5474293"/>
                <a:gd name="connsiteY81" fmla="*/ 1232642 h 4492666"/>
                <a:gd name="connsiteX82" fmla="*/ 0 w 5474293"/>
                <a:gd name="connsiteY82" fmla="*/ 1334855 h 4492666"/>
                <a:gd name="connsiteX83" fmla="*/ 0 w 5474293"/>
                <a:gd name="connsiteY83" fmla="*/ 663435 h 4492666"/>
                <a:gd name="connsiteX84" fmla="*/ 16483 w 5474293"/>
                <a:gd name="connsiteY84" fmla="*/ 648530 h 4492666"/>
                <a:gd name="connsiteX85" fmla="*/ 48220 w 5474293"/>
                <a:gd name="connsiteY85" fmla="*/ 620940 h 4492666"/>
                <a:gd name="connsiteX86" fmla="*/ 81570 w 5474293"/>
                <a:gd name="connsiteY86" fmla="*/ 595043 h 4492666"/>
                <a:gd name="connsiteX87" fmla="*/ 217693 w 5474293"/>
                <a:gd name="connsiteY87" fmla="*/ 495573 h 4492666"/>
                <a:gd name="connsiteX88" fmla="*/ 817844 w 5474293"/>
                <a:gd name="connsiteY88" fmla="*/ 193898 h 4492666"/>
                <a:gd name="connsiteX89" fmla="*/ 1463494 w 5474293"/>
                <a:gd name="connsiteY89" fmla="*/ 41427 h 4492666"/>
                <a:gd name="connsiteX90" fmla="*/ 2115592 w 5474293"/>
                <a:gd name="connsiteY90" fmla="*/ 41 h 44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474293" h="4492666">
                  <a:moveTo>
                    <a:pt x="2115592" y="41"/>
                  </a:moveTo>
                  <a:cubicBezTo>
                    <a:pt x="2546769" y="1129"/>
                    <a:pt x="2985634" y="65627"/>
                    <a:pt x="3398462" y="218585"/>
                  </a:cubicBezTo>
                  <a:lnTo>
                    <a:pt x="3475450" y="248231"/>
                  </a:lnTo>
                  <a:lnTo>
                    <a:pt x="3514006" y="262994"/>
                  </a:lnTo>
                  <a:cubicBezTo>
                    <a:pt x="3526651" y="268318"/>
                    <a:pt x="3539171" y="274006"/>
                    <a:pt x="3551818" y="279573"/>
                  </a:cubicBezTo>
                  <a:lnTo>
                    <a:pt x="3627317" y="313213"/>
                  </a:lnTo>
                  <a:lnTo>
                    <a:pt x="3665128" y="330033"/>
                  </a:lnTo>
                  <a:cubicBezTo>
                    <a:pt x="3677650" y="335841"/>
                    <a:pt x="3689676" y="342377"/>
                    <a:pt x="3702071" y="348669"/>
                  </a:cubicBezTo>
                  <a:lnTo>
                    <a:pt x="3775959" y="386060"/>
                  </a:lnTo>
                  <a:lnTo>
                    <a:pt x="3812905" y="404817"/>
                  </a:lnTo>
                  <a:cubicBezTo>
                    <a:pt x="3825054" y="411352"/>
                    <a:pt x="3836832" y="418491"/>
                    <a:pt x="3848855" y="425267"/>
                  </a:cubicBezTo>
                  <a:lnTo>
                    <a:pt x="3920762" y="466653"/>
                  </a:lnTo>
                  <a:lnTo>
                    <a:pt x="3956712" y="487466"/>
                  </a:lnTo>
                  <a:lnTo>
                    <a:pt x="3991550" y="509852"/>
                  </a:lnTo>
                  <a:cubicBezTo>
                    <a:pt x="4178500" y="628078"/>
                    <a:pt x="4353674" y="766030"/>
                    <a:pt x="4511739" y="921042"/>
                  </a:cubicBezTo>
                  <a:cubicBezTo>
                    <a:pt x="4669309" y="1076539"/>
                    <a:pt x="4811754" y="1247647"/>
                    <a:pt x="4933990" y="1431579"/>
                  </a:cubicBezTo>
                  <a:cubicBezTo>
                    <a:pt x="5056724" y="1615272"/>
                    <a:pt x="5159993" y="1811186"/>
                    <a:pt x="5244418" y="2014241"/>
                  </a:cubicBezTo>
                  <a:cubicBezTo>
                    <a:pt x="5327481" y="2217657"/>
                    <a:pt x="5396409" y="2427728"/>
                    <a:pt x="5433601" y="2643851"/>
                  </a:cubicBezTo>
                  <a:cubicBezTo>
                    <a:pt x="5452446" y="2751792"/>
                    <a:pt x="5463480" y="2860819"/>
                    <a:pt x="5469182" y="2969730"/>
                  </a:cubicBezTo>
                  <a:cubicBezTo>
                    <a:pt x="5471413" y="2996957"/>
                    <a:pt x="5471785" y="3024183"/>
                    <a:pt x="5472280" y="3051530"/>
                  </a:cubicBezTo>
                  <a:lnTo>
                    <a:pt x="5473893" y="3133213"/>
                  </a:lnTo>
                  <a:cubicBezTo>
                    <a:pt x="5474883" y="3160441"/>
                    <a:pt x="5473770" y="3187667"/>
                    <a:pt x="5473396" y="3214894"/>
                  </a:cubicBezTo>
                  <a:lnTo>
                    <a:pt x="5471413" y="3296455"/>
                  </a:lnTo>
                  <a:cubicBezTo>
                    <a:pt x="5463726" y="3513909"/>
                    <a:pt x="5421452" y="3728700"/>
                    <a:pt x="5370003" y="3937439"/>
                  </a:cubicBezTo>
                  <a:cubicBezTo>
                    <a:pt x="5356367" y="3989595"/>
                    <a:pt x="5343100" y="4041629"/>
                    <a:pt x="5330578" y="4093542"/>
                  </a:cubicBezTo>
                  <a:lnTo>
                    <a:pt x="5309380" y="4170988"/>
                  </a:lnTo>
                  <a:lnTo>
                    <a:pt x="5289173" y="4248555"/>
                  </a:lnTo>
                  <a:lnTo>
                    <a:pt x="5266983" y="4325639"/>
                  </a:lnTo>
                  <a:cubicBezTo>
                    <a:pt x="5259667" y="4351292"/>
                    <a:pt x="5253096" y="4377187"/>
                    <a:pt x="5245039" y="4402599"/>
                  </a:cubicBezTo>
                  <a:lnTo>
                    <a:pt x="5216062" y="4492666"/>
                  </a:lnTo>
                  <a:lnTo>
                    <a:pt x="4901582" y="4492666"/>
                  </a:lnTo>
                  <a:lnTo>
                    <a:pt x="4912791" y="4462983"/>
                  </a:lnTo>
                  <a:cubicBezTo>
                    <a:pt x="4921718" y="4440114"/>
                    <a:pt x="4927669" y="4416273"/>
                    <a:pt x="4934983" y="4393040"/>
                  </a:cubicBezTo>
                  <a:lnTo>
                    <a:pt x="4956181" y="4322734"/>
                  </a:lnTo>
                  <a:cubicBezTo>
                    <a:pt x="4968704" y="4275420"/>
                    <a:pt x="4979862" y="4227742"/>
                    <a:pt x="4990895" y="4180064"/>
                  </a:cubicBezTo>
                  <a:cubicBezTo>
                    <a:pt x="5000067" y="4131903"/>
                    <a:pt x="5007506" y="4083498"/>
                    <a:pt x="5014697" y="4035216"/>
                  </a:cubicBezTo>
                  <a:cubicBezTo>
                    <a:pt x="5019284" y="3986327"/>
                    <a:pt x="5023871" y="3937683"/>
                    <a:pt x="5026474" y="3888915"/>
                  </a:cubicBezTo>
                  <a:cubicBezTo>
                    <a:pt x="5034534" y="3693002"/>
                    <a:pt x="5016310" y="3498298"/>
                    <a:pt x="4998580" y="3307225"/>
                  </a:cubicBezTo>
                  <a:lnTo>
                    <a:pt x="4990770" y="3235586"/>
                  </a:lnTo>
                  <a:cubicBezTo>
                    <a:pt x="4988167" y="3211748"/>
                    <a:pt x="4986182" y="3187910"/>
                    <a:pt x="4982093" y="3164190"/>
                  </a:cubicBezTo>
                  <a:lnTo>
                    <a:pt x="4971556" y="3093158"/>
                  </a:lnTo>
                  <a:cubicBezTo>
                    <a:pt x="4968084" y="3069442"/>
                    <a:pt x="4964735" y="3045844"/>
                    <a:pt x="4960024" y="3022368"/>
                  </a:cubicBezTo>
                  <a:lnTo>
                    <a:pt x="4946883" y="2951941"/>
                  </a:lnTo>
                  <a:lnTo>
                    <a:pt x="4940685" y="2916728"/>
                  </a:lnTo>
                  <a:cubicBezTo>
                    <a:pt x="4938454" y="2904988"/>
                    <a:pt x="4935603" y="2893372"/>
                    <a:pt x="4933123" y="2881754"/>
                  </a:cubicBezTo>
                  <a:cubicBezTo>
                    <a:pt x="4927915" y="2858522"/>
                    <a:pt x="4923205" y="2835167"/>
                    <a:pt x="4918494" y="2811812"/>
                  </a:cubicBezTo>
                  <a:lnTo>
                    <a:pt x="4911553" y="2776841"/>
                  </a:lnTo>
                  <a:lnTo>
                    <a:pt x="4903494" y="2742111"/>
                  </a:lnTo>
                  <a:cubicBezTo>
                    <a:pt x="4862335" y="2556724"/>
                    <a:pt x="4819069" y="2371579"/>
                    <a:pt x="4755594" y="2192244"/>
                  </a:cubicBezTo>
                  <a:cubicBezTo>
                    <a:pt x="4693607" y="2012547"/>
                    <a:pt x="4616123" y="1837930"/>
                    <a:pt x="4523888" y="1671057"/>
                  </a:cubicBezTo>
                  <a:lnTo>
                    <a:pt x="4489176" y="1608376"/>
                  </a:lnTo>
                  <a:lnTo>
                    <a:pt x="4451613" y="1547507"/>
                  </a:lnTo>
                  <a:cubicBezTo>
                    <a:pt x="4439092" y="1527178"/>
                    <a:pt x="4427065" y="1506485"/>
                    <a:pt x="4414049" y="1486398"/>
                  </a:cubicBezTo>
                  <a:lnTo>
                    <a:pt x="4373758" y="1427104"/>
                  </a:lnTo>
                  <a:cubicBezTo>
                    <a:pt x="4360121" y="1407499"/>
                    <a:pt x="4347475" y="1387050"/>
                    <a:pt x="4332971" y="1367930"/>
                  </a:cubicBezTo>
                  <a:lnTo>
                    <a:pt x="4289828" y="1310450"/>
                  </a:lnTo>
                  <a:lnTo>
                    <a:pt x="4268258" y="1281651"/>
                  </a:lnTo>
                  <a:lnTo>
                    <a:pt x="4257471" y="1267250"/>
                  </a:lnTo>
                  <a:lnTo>
                    <a:pt x="4245941" y="1253455"/>
                  </a:lnTo>
                  <a:lnTo>
                    <a:pt x="4199824" y="1198154"/>
                  </a:lnTo>
                  <a:cubicBezTo>
                    <a:pt x="4076223" y="1051127"/>
                    <a:pt x="3936878" y="915598"/>
                    <a:pt x="3782406" y="797372"/>
                  </a:cubicBezTo>
                  <a:cubicBezTo>
                    <a:pt x="3705172" y="738198"/>
                    <a:pt x="3624465" y="683017"/>
                    <a:pt x="3540661" y="632194"/>
                  </a:cubicBezTo>
                  <a:cubicBezTo>
                    <a:pt x="3456483" y="582217"/>
                    <a:pt x="3369578" y="535749"/>
                    <a:pt x="3279449" y="495211"/>
                  </a:cubicBezTo>
                  <a:cubicBezTo>
                    <a:pt x="3099688" y="413287"/>
                    <a:pt x="2908894" y="352421"/>
                    <a:pt x="2712893" y="311278"/>
                  </a:cubicBezTo>
                  <a:lnTo>
                    <a:pt x="2639377" y="295787"/>
                  </a:lnTo>
                  <a:cubicBezTo>
                    <a:pt x="2614706" y="291552"/>
                    <a:pt x="2589789" y="288163"/>
                    <a:pt x="2564993" y="284291"/>
                  </a:cubicBezTo>
                  <a:cubicBezTo>
                    <a:pt x="2515280" y="277031"/>
                    <a:pt x="2465817" y="268198"/>
                    <a:pt x="2415482" y="264446"/>
                  </a:cubicBezTo>
                  <a:lnTo>
                    <a:pt x="2340231" y="257428"/>
                  </a:lnTo>
                  <a:cubicBezTo>
                    <a:pt x="2315188" y="255129"/>
                    <a:pt x="2290147" y="252466"/>
                    <a:pt x="2264732" y="251982"/>
                  </a:cubicBezTo>
                  <a:lnTo>
                    <a:pt x="2112989" y="245811"/>
                  </a:lnTo>
                  <a:cubicBezTo>
                    <a:pt x="1910292" y="242179"/>
                    <a:pt x="1709334" y="261422"/>
                    <a:pt x="1515068" y="306677"/>
                  </a:cubicBezTo>
                  <a:cubicBezTo>
                    <a:pt x="1320802" y="351572"/>
                    <a:pt x="1135214" y="423574"/>
                    <a:pt x="963016" y="513967"/>
                  </a:cubicBezTo>
                  <a:cubicBezTo>
                    <a:pt x="790695" y="604482"/>
                    <a:pt x="631639" y="713754"/>
                    <a:pt x="485101" y="835489"/>
                  </a:cubicBezTo>
                  <a:cubicBezTo>
                    <a:pt x="447290" y="864410"/>
                    <a:pt x="413445" y="898292"/>
                    <a:pt x="377616" y="929391"/>
                  </a:cubicBezTo>
                  <a:lnTo>
                    <a:pt x="350963" y="952869"/>
                  </a:lnTo>
                  <a:cubicBezTo>
                    <a:pt x="342160" y="960855"/>
                    <a:pt x="333854" y="969326"/>
                    <a:pt x="325177" y="977433"/>
                  </a:cubicBezTo>
                  <a:cubicBezTo>
                    <a:pt x="307943" y="993770"/>
                    <a:pt x="290712" y="1010106"/>
                    <a:pt x="273108" y="1026079"/>
                  </a:cubicBezTo>
                  <a:cubicBezTo>
                    <a:pt x="264431" y="1034187"/>
                    <a:pt x="255379" y="1041931"/>
                    <a:pt x="246950" y="1050280"/>
                  </a:cubicBezTo>
                  <a:lnTo>
                    <a:pt x="221907" y="1075572"/>
                  </a:lnTo>
                  <a:lnTo>
                    <a:pt x="171698" y="1126154"/>
                  </a:lnTo>
                  <a:cubicBezTo>
                    <a:pt x="154467" y="1142611"/>
                    <a:pt x="139340" y="1161005"/>
                    <a:pt x="123596" y="1178793"/>
                  </a:cubicBezTo>
                  <a:lnTo>
                    <a:pt x="76734" y="1232642"/>
                  </a:lnTo>
                  <a:lnTo>
                    <a:pt x="0" y="1334855"/>
                  </a:lnTo>
                  <a:lnTo>
                    <a:pt x="0" y="663435"/>
                  </a:lnTo>
                  <a:lnTo>
                    <a:pt x="16483" y="648530"/>
                  </a:lnTo>
                  <a:cubicBezTo>
                    <a:pt x="27021" y="639332"/>
                    <a:pt x="37312" y="629893"/>
                    <a:pt x="48220" y="620940"/>
                  </a:cubicBezTo>
                  <a:lnTo>
                    <a:pt x="81570" y="595043"/>
                  </a:lnTo>
                  <a:cubicBezTo>
                    <a:pt x="126324" y="560920"/>
                    <a:pt x="170334" y="526189"/>
                    <a:pt x="217693" y="495573"/>
                  </a:cubicBezTo>
                  <a:cubicBezTo>
                    <a:pt x="403528" y="368636"/>
                    <a:pt x="607091" y="267955"/>
                    <a:pt x="817844" y="193898"/>
                  </a:cubicBezTo>
                  <a:cubicBezTo>
                    <a:pt x="1028722" y="119356"/>
                    <a:pt x="1246293" y="71921"/>
                    <a:pt x="1463494" y="41427"/>
                  </a:cubicBezTo>
                  <a:cubicBezTo>
                    <a:pt x="1681315" y="11537"/>
                    <a:pt x="1899630" y="-805"/>
                    <a:pt x="2115592" y="41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4432E34-6BBC-4765-8C67-2A6E9F418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328207"/>
              <a:ext cx="5455589" cy="4526023"/>
            </a:xfrm>
            <a:custGeom>
              <a:avLst/>
              <a:gdLst>
                <a:gd name="connsiteX0" fmla="*/ 1959882 w 5455589"/>
                <a:gd name="connsiteY0" fmla="*/ 0 h 4526023"/>
                <a:gd name="connsiteX1" fmla="*/ 2082862 w 5455589"/>
                <a:gd name="connsiteY1" fmla="*/ 1937 h 4526023"/>
                <a:gd name="connsiteX2" fmla="*/ 2090550 w 5455589"/>
                <a:gd name="connsiteY2" fmla="*/ 1937 h 4526023"/>
                <a:gd name="connsiteX3" fmla="*/ 5304164 w 5455589"/>
                <a:gd name="connsiteY3" fmla="*/ 4434610 h 4526023"/>
                <a:gd name="connsiteX4" fmla="*/ 5273324 w 5455589"/>
                <a:gd name="connsiteY4" fmla="*/ 4526023 h 4526023"/>
                <a:gd name="connsiteX5" fmla="*/ 4480043 w 5455589"/>
                <a:gd name="connsiteY5" fmla="*/ 4526023 h 4526023"/>
                <a:gd name="connsiteX6" fmla="*/ 4544716 w 5455589"/>
                <a:gd name="connsiteY6" fmla="*/ 4369040 h 4526023"/>
                <a:gd name="connsiteX7" fmla="*/ 4711707 w 5455589"/>
                <a:gd name="connsiteY7" fmla="*/ 3389953 h 4526023"/>
                <a:gd name="connsiteX8" fmla="*/ 4540005 w 5455589"/>
                <a:gd name="connsiteY8" fmla="*/ 2387756 h 4526023"/>
                <a:gd name="connsiteX9" fmla="*/ 4043865 w 5455589"/>
                <a:gd name="connsiteY9" fmla="*/ 1537907 h 4526023"/>
                <a:gd name="connsiteX10" fmla="*/ 3246721 w 5455589"/>
                <a:gd name="connsiteY10" fmla="*/ 955249 h 4526023"/>
                <a:gd name="connsiteX11" fmla="*/ 2090425 w 5455589"/>
                <a:gd name="connsiteY11" fmla="*/ 727992 h 4526023"/>
                <a:gd name="connsiteX12" fmla="*/ 2083606 w 5455589"/>
                <a:gd name="connsiteY12" fmla="*/ 727992 h 4526023"/>
                <a:gd name="connsiteX13" fmla="*/ 2071085 w 5455589"/>
                <a:gd name="connsiteY13" fmla="*/ 727992 h 4526023"/>
                <a:gd name="connsiteX14" fmla="*/ 2058564 w 5455589"/>
                <a:gd name="connsiteY14" fmla="*/ 727630 h 4526023"/>
                <a:gd name="connsiteX15" fmla="*/ 1959882 w 5455589"/>
                <a:gd name="connsiteY15" fmla="*/ 726055 h 4526023"/>
                <a:gd name="connsiteX16" fmla="*/ 917394 w 5455589"/>
                <a:gd name="connsiteY16" fmla="*/ 945930 h 4526023"/>
                <a:gd name="connsiteX17" fmla="*/ 189425 w 5455589"/>
                <a:gd name="connsiteY17" fmla="*/ 1519394 h 4526023"/>
                <a:gd name="connsiteX18" fmla="*/ 47794 w 5455589"/>
                <a:gd name="connsiteY18" fmla="*/ 1709883 h 4526023"/>
                <a:gd name="connsiteX19" fmla="*/ 0 w 5455589"/>
                <a:gd name="connsiteY19" fmla="*/ 1789072 h 4526023"/>
                <a:gd name="connsiteX20" fmla="*/ 0 w 5455589"/>
                <a:gd name="connsiteY20" fmla="*/ 675495 h 4526023"/>
                <a:gd name="connsiteX21" fmla="*/ 64855 w 5455589"/>
                <a:gd name="connsiteY21" fmla="*/ 618817 h 4526023"/>
                <a:gd name="connsiteX22" fmla="*/ 1959882 w 5455589"/>
                <a:gd name="connsiteY22" fmla="*/ 0 h 452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55589" h="4526023">
                  <a:moveTo>
                    <a:pt x="1959882" y="0"/>
                  </a:moveTo>
                  <a:cubicBezTo>
                    <a:pt x="2000792" y="0"/>
                    <a:pt x="2041209" y="606"/>
                    <a:pt x="2082862" y="1937"/>
                  </a:cubicBezTo>
                  <a:cubicBezTo>
                    <a:pt x="2085342" y="1937"/>
                    <a:pt x="2088070" y="1937"/>
                    <a:pt x="2090550" y="1937"/>
                  </a:cubicBezTo>
                  <a:cubicBezTo>
                    <a:pt x="4779457" y="1937"/>
                    <a:pt x="5887402" y="2490455"/>
                    <a:pt x="5304164" y="4434610"/>
                  </a:cubicBezTo>
                  <a:lnTo>
                    <a:pt x="5273324" y="4526023"/>
                  </a:lnTo>
                  <a:lnTo>
                    <a:pt x="4480043" y="4526023"/>
                  </a:lnTo>
                  <a:lnTo>
                    <a:pt x="4544716" y="4369040"/>
                  </a:lnTo>
                  <a:cubicBezTo>
                    <a:pt x="4655547" y="4060465"/>
                    <a:pt x="4711707" y="3731077"/>
                    <a:pt x="4711707" y="3389953"/>
                  </a:cubicBezTo>
                  <a:cubicBezTo>
                    <a:pt x="4711707" y="3043625"/>
                    <a:pt x="4653936" y="2706493"/>
                    <a:pt x="4540005" y="2387756"/>
                  </a:cubicBezTo>
                  <a:cubicBezTo>
                    <a:pt x="4424835" y="2065386"/>
                    <a:pt x="4257842" y="1779441"/>
                    <a:pt x="4043865" y="1537907"/>
                  </a:cubicBezTo>
                  <a:cubicBezTo>
                    <a:pt x="3821582" y="1287054"/>
                    <a:pt x="3553305" y="1091020"/>
                    <a:pt x="3246721" y="955249"/>
                  </a:cubicBezTo>
                  <a:cubicBezTo>
                    <a:pt x="2906044" y="804470"/>
                    <a:pt x="2517016" y="727992"/>
                    <a:pt x="2090425" y="727992"/>
                  </a:cubicBezTo>
                  <a:lnTo>
                    <a:pt x="2083606" y="727992"/>
                  </a:lnTo>
                  <a:lnTo>
                    <a:pt x="2071085" y="727992"/>
                  </a:lnTo>
                  <a:lnTo>
                    <a:pt x="2058564" y="727630"/>
                  </a:lnTo>
                  <a:cubicBezTo>
                    <a:pt x="2025216" y="726541"/>
                    <a:pt x="1992858" y="726055"/>
                    <a:pt x="1959882" y="726055"/>
                  </a:cubicBezTo>
                  <a:cubicBezTo>
                    <a:pt x="1574698" y="726055"/>
                    <a:pt x="1223854" y="799992"/>
                    <a:pt x="917394" y="945930"/>
                  </a:cubicBezTo>
                  <a:cubicBezTo>
                    <a:pt x="638454" y="1078555"/>
                    <a:pt x="393486" y="1271566"/>
                    <a:pt x="189425" y="1519394"/>
                  </a:cubicBezTo>
                  <a:cubicBezTo>
                    <a:pt x="139464" y="1580080"/>
                    <a:pt x="92231" y="1643617"/>
                    <a:pt x="47794" y="1709883"/>
                  </a:cubicBezTo>
                  <a:lnTo>
                    <a:pt x="0" y="1789072"/>
                  </a:lnTo>
                  <a:lnTo>
                    <a:pt x="0" y="675495"/>
                  </a:lnTo>
                  <a:lnTo>
                    <a:pt x="64855" y="618817"/>
                  </a:lnTo>
                  <a:cubicBezTo>
                    <a:pt x="554222" y="235740"/>
                    <a:pt x="1186594" y="0"/>
                    <a:pt x="1959882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3D4367F-6965-4855-B998-98587267C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328207"/>
              <a:ext cx="5455589" cy="4526023"/>
            </a:xfrm>
            <a:custGeom>
              <a:avLst/>
              <a:gdLst>
                <a:gd name="connsiteX0" fmla="*/ 1959882 w 5455589"/>
                <a:gd name="connsiteY0" fmla="*/ 0 h 4526023"/>
                <a:gd name="connsiteX1" fmla="*/ 2082862 w 5455589"/>
                <a:gd name="connsiteY1" fmla="*/ 1937 h 4526023"/>
                <a:gd name="connsiteX2" fmla="*/ 2090550 w 5455589"/>
                <a:gd name="connsiteY2" fmla="*/ 1937 h 4526023"/>
                <a:gd name="connsiteX3" fmla="*/ 5304164 w 5455589"/>
                <a:gd name="connsiteY3" fmla="*/ 4434610 h 4526023"/>
                <a:gd name="connsiteX4" fmla="*/ 5273324 w 5455589"/>
                <a:gd name="connsiteY4" fmla="*/ 4526023 h 4526023"/>
                <a:gd name="connsiteX5" fmla="*/ 4613420 w 5455589"/>
                <a:gd name="connsiteY5" fmla="*/ 4526023 h 4526023"/>
                <a:gd name="connsiteX6" fmla="*/ 4661623 w 5455589"/>
                <a:gd name="connsiteY6" fmla="*/ 4409094 h 4526023"/>
                <a:gd name="connsiteX7" fmla="*/ 4835557 w 5455589"/>
                <a:gd name="connsiteY7" fmla="*/ 3389953 h 4526023"/>
                <a:gd name="connsiteX8" fmla="*/ 4656910 w 5455589"/>
                <a:gd name="connsiteY8" fmla="*/ 2347944 h 4526023"/>
                <a:gd name="connsiteX9" fmla="*/ 4137464 w 5455589"/>
                <a:gd name="connsiteY9" fmla="*/ 1458888 h 4526023"/>
                <a:gd name="connsiteX10" fmla="*/ 3297796 w 5455589"/>
                <a:gd name="connsiteY10" fmla="*/ 845129 h 4526023"/>
                <a:gd name="connsiteX11" fmla="*/ 2090301 w 5455589"/>
                <a:gd name="connsiteY11" fmla="*/ 607104 h 4526023"/>
                <a:gd name="connsiteX12" fmla="*/ 2083978 w 5455589"/>
                <a:gd name="connsiteY12" fmla="*/ 607104 h 4526023"/>
                <a:gd name="connsiteX13" fmla="*/ 2073317 w 5455589"/>
                <a:gd name="connsiteY13" fmla="*/ 607104 h 4526023"/>
                <a:gd name="connsiteX14" fmla="*/ 2062656 w 5455589"/>
                <a:gd name="connsiteY14" fmla="*/ 606741 h 4526023"/>
                <a:gd name="connsiteX15" fmla="*/ 1959882 w 5455589"/>
                <a:gd name="connsiteY15" fmla="*/ 605046 h 4526023"/>
                <a:gd name="connsiteX16" fmla="*/ 862722 w 5455589"/>
                <a:gd name="connsiteY16" fmla="*/ 837143 h 4526023"/>
                <a:gd name="connsiteX17" fmla="*/ 92355 w 5455589"/>
                <a:gd name="connsiteY17" fmla="*/ 1443641 h 4526023"/>
                <a:gd name="connsiteX18" fmla="*/ 0 w 5455589"/>
                <a:gd name="connsiteY18" fmla="*/ 1567870 h 4526023"/>
                <a:gd name="connsiteX19" fmla="*/ 0 w 5455589"/>
                <a:gd name="connsiteY19" fmla="*/ 675495 h 4526023"/>
                <a:gd name="connsiteX20" fmla="*/ 64855 w 5455589"/>
                <a:gd name="connsiteY20" fmla="*/ 618817 h 4526023"/>
                <a:gd name="connsiteX21" fmla="*/ 1959882 w 5455589"/>
                <a:gd name="connsiteY21" fmla="*/ 0 h 4526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55589" h="4526023">
                  <a:moveTo>
                    <a:pt x="1959882" y="0"/>
                  </a:moveTo>
                  <a:cubicBezTo>
                    <a:pt x="2000792" y="0"/>
                    <a:pt x="2041209" y="606"/>
                    <a:pt x="2082862" y="1937"/>
                  </a:cubicBezTo>
                  <a:cubicBezTo>
                    <a:pt x="2085342" y="1937"/>
                    <a:pt x="2088070" y="1937"/>
                    <a:pt x="2090550" y="1937"/>
                  </a:cubicBezTo>
                  <a:cubicBezTo>
                    <a:pt x="4779457" y="1937"/>
                    <a:pt x="5887402" y="2490455"/>
                    <a:pt x="5304164" y="4434610"/>
                  </a:cubicBezTo>
                  <a:lnTo>
                    <a:pt x="5273324" y="4526023"/>
                  </a:lnTo>
                  <a:lnTo>
                    <a:pt x="4613420" y="4526023"/>
                  </a:lnTo>
                  <a:lnTo>
                    <a:pt x="4661623" y="4409094"/>
                  </a:lnTo>
                  <a:cubicBezTo>
                    <a:pt x="4777041" y="4087572"/>
                    <a:pt x="4835557" y="3744753"/>
                    <a:pt x="4835557" y="3389953"/>
                  </a:cubicBezTo>
                  <a:cubicBezTo>
                    <a:pt x="4835557" y="3030072"/>
                    <a:pt x="4775428" y="2679509"/>
                    <a:pt x="4656910" y="2347944"/>
                  </a:cubicBezTo>
                  <a:cubicBezTo>
                    <a:pt x="4536532" y="2011174"/>
                    <a:pt x="4361732" y="1712040"/>
                    <a:pt x="4137464" y="1458888"/>
                  </a:cubicBezTo>
                  <a:cubicBezTo>
                    <a:pt x="3903404" y="1194604"/>
                    <a:pt x="3620870" y="988162"/>
                    <a:pt x="3297796" y="845129"/>
                  </a:cubicBezTo>
                  <a:cubicBezTo>
                    <a:pt x="2941004" y="687212"/>
                    <a:pt x="2534743" y="607104"/>
                    <a:pt x="2090301" y="607104"/>
                  </a:cubicBezTo>
                  <a:lnTo>
                    <a:pt x="2083978" y="607104"/>
                  </a:lnTo>
                  <a:lnTo>
                    <a:pt x="2073317" y="607104"/>
                  </a:lnTo>
                  <a:lnTo>
                    <a:pt x="2062656" y="606741"/>
                  </a:lnTo>
                  <a:cubicBezTo>
                    <a:pt x="2027819" y="605532"/>
                    <a:pt x="1994222" y="605046"/>
                    <a:pt x="1959882" y="605046"/>
                  </a:cubicBezTo>
                  <a:cubicBezTo>
                    <a:pt x="1555729" y="605046"/>
                    <a:pt x="1186663" y="683098"/>
                    <a:pt x="862722" y="837143"/>
                  </a:cubicBezTo>
                  <a:cubicBezTo>
                    <a:pt x="567171" y="977755"/>
                    <a:pt x="307943" y="1181776"/>
                    <a:pt x="92355" y="1443641"/>
                  </a:cubicBezTo>
                  <a:lnTo>
                    <a:pt x="0" y="1567870"/>
                  </a:lnTo>
                  <a:lnTo>
                    <a:pt x="0" y="675495"/>
                  </a:lnTo>
                  <a:lnTo>
                    <a:pt x="64855" y="618817"/>
                  </a:lnTo>
                  <a:cubicBezTo>
                    <a:pt x="554222" y="235740"/>
                    <a:pt x="1186594" y="0"/>
                    <a:pt x="1959882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1ACE64-3E71-49F9-A03A-2B0836727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317967"/>
              <a:ext cx="5635125" cy="4536263"/>
            </a:xfrm>
            <a:custGeom>
              <a:avLst/>
              <a:gdLst>
                <a:gd name="connsiteX0" fmla="*/ 2112370 w 5635125"/>
                <a:gd name="connsiteY0" fmla="*/ 2011 h 4536263"/>
                <a:gd name="connsiteX1" fmla="*/ 3443962 w 5635125"/>
                <a:gd name="connsiteY1" fmla="*/ 201797 h 4536263"/>
                <a:gd name="connsiteX2" fmla="*/ 3524048 w 5635125"/>
                <a:gd name="connsiteY2" fmla="*/ 230356 h 4536263"/>
                <a:gd name="connsiteX3" fmla="*/ 3564215 w 5635125"/>
                <a:gd name="connsiteY3" fmla="*/ 244513 h 4536263"/>
                <a:gd name="connsiteX4" fmla="*/ 3604134 w 5635125"/>
                <a:gd name="connsiteY4" fmla="*/ 259397 h 4536263"/>
                <a:gd name="connsiteX5" fmla="*/ 3761580 w 5635125"/>
                <a:gd name="connsiteY5" fmla="*/ 325106 h 4536263"/>
                <a:gd name="connsiteX6" fmla="*/ 3915926 w 5635125"/>
                <a:gd name="connsiteY6" fmla="*/ 398680 h 4536263"/>
                <a:gd name="connsiteX7" fmla="*/ 4066305 w 5635125"/>
                <a:gd name="connsiteY7" fmla="*/ 480844 h 4536263"/>
                <a:gd name="connsiteX8" fmla="*/ 4617984 w 5635125"/>
                <a:gd name="connsiteY8" fmla="*/ 890098 h 4536263"/>
                <a:gd name="connsiteX9" fmla="*/ 5387359 w 5635125"/>
                <a:gd name="connsiteY9" fmla="*/ 2020324 h 4536263"/>
                <a:gd name="connsiteX10" fmla="*/ 5634933 w 5635125"/>
                <a:gd name="connsiteY10" fmla="*/ 3356508 h 4536263"/>
                <a:gd name="connsiteX11" fmla="*/ 5426809 w 5635125"/>
                <a:gd name="connsiteY11" fmla="*/ 4521289 h 4536263"/>
                <a:gd name="connsiteX12" fmla="*/ 5420775 w 5635125"/>
                <a:gd name="connsiteY12" fmla="*/ 4536263 h 4536263"/>
                <a:gd name="connsiteX13" fmla="*/ 5192615 w 5635125"/>
                <a:gd name="connsiteY13" fmla="*/ 4536263 h 4536263"/>
                <a:gd name="connsiteX14" fmla="*/ 5252198 w 5635125"/>
                <a:gd name="connsiteY14" fmla="*/ 4305372 h 4536263"/>
                <a:gd name="connsiteX15" fmla="*/ 5302934 w 5635125"/>
                <a:gd name="connsiteY15" fmla="*/ 3992169 h 4536263"/>
                <a:gd name="connsiteX16" fmla="*/ 5317935 w 5635125"/>
                <a:gd name="connsiteY16" fmla="*/ 3834617 h 4536263"/>
                <a:gd name="connsiteX17" fmla="*/ 5326240 w 5635125"/>
                <a:gd name="connsiteY17" fmla="*/ 3676819 h 4536263"/>
                <a:gd name="connsiteX18" fmla="*/ 5328597 w 5635125"/>
                <a:gd name="connsiteY18" fmla="*/ 3519023 h 4536263"/>
                <a:gd name="connsiteX19" fmla="*/ 5326862 w 5635125"/>
                <a:gd name="connsiteY19" fmla="*/ 3440247 h 4536263"/>
                <a:gd name="connsiteX20" fmla="*/ 5324754 w 5635125"/>
                <a:gd name="connsiteY20" fmla="*/ 3361590 h 4536263"/>
                <a:gd name="connsiteX21" fmla="*/ 5320291 w 5635125"/>
                <a:gd name="connsiteY21" fmla="*/ 3282936 h 4536263"/>
                <a:gd name="connsiteX22" fmla="*/ 5314712 w 5635125"/>
                <a:gd name="connsiteY22" fmla="*/ 3204522 h 4536263"/>
                <a:gd name="connsiteX23" fmla="*/ 5307521 w 5635125"/>
                <a:gd name="connsiteY23" fmla="*/ 3126228 h 4536263"/>
                <a:gd name="connsiteX24" fmla="*/ 5304050 w 5635125"/>
                <a:gd name="connsiteY24" fmla="*/ 3087142 h 4536263"/>
                <a:gd name="connsiteX25" fmla="*/ 5299091 w 5635125"/>
                <a:gd name="connsiteY25" fmla="*/ 3048177 h 4536263"/>
                <a:gd name="connsiteX26" fmla="*/ 5249253 w 5635125"/>
                <a:gd name="connsiteY26" fmla="*/ 2738030 h 4536263"/>
                <a:gd name="connsiteX27" fmla="*/ 5078790 w 5635125"/>
                <a:gd name="connsiteY27" fmla="*/ 2134677 h 4536263"/>
                <a:gd name="connsiteX28" fmla="*/ 4445910 w 5635125"/>
                <a:gd name="connsiteY28" fmla="*/ 1049950 h 4536263"/>
                <a:gd name="connsiteX29" fmla="*/ 3975680 w 5635125"/>
                <a:gd name="connsiteY29" fmla="*/ 613349 h 4536263"/>
                <a:gd name="connsiteX30" fmla="*/ 3842409 w 5635125"/>
                <a:gd name="connsiteY30" fmla="*/ 520416 h 4536263"/>
                <a:gd name="connsiteX31" fmla="*/ 3703560 w 5635125"/>
                <a:gd name="connsiteY31" fmla="*/ 434620 h 4536263"/>
                <a:gd name="connsiteX32" fmla="*/ 3559132 w 5635125"/>
                <a:gd name="connsiteY32" fmla="*/ 357174 h 4536263"/>
                <a:gd name="connsiteX33" fmla="*/ 3409869 w 5635125"/>
                <a:gd name="connsiteY33" fmla="*/ 287835 h 4536263"/>
                <a:gd name="connsiteX34" fmla="*/ 3391024 w 5635125"/>
                <a:gd name="connsiteY34" fmla="*/ 279364 h 4536263"/>
                <a:gd name="connsiteX35" fmla="*/ 3371810 w 5635125"/>
                <a:gd name="connsiteY35" fmla="*/ 271862 h 4536263"/>
                <a:gd name="connsiteX36" fmla="*/ 3333378 w 5635125"/>
                <a:gd name="connsiteY36" fmla="*/ 256857 h 4536263"/>
                <a:gd name="connsiteX37" fmla="*/ 3256391 w 5635125"/>
                <a:gd name="connsiteY37" fmla="*/ 226846 h 4536263"/>
                <a:gd name="connsiteX38" fmla="*/ 3178039 w 5635125"/>
                <a:gd name="connsiteY38" fmla="*/ 200103 h 4536263"/>
                <a:gd name="connsiteX39" fmla="*/ 3099068 w 5635125"/>
                <a:gd name="connsiteY39" fmla="*/ 174933 h 4536263"/>
                <a:gd name="connsiteX40" fmla="*/ 3059520 w 5635125"/>
                <a:gd name="connsiteY40" fmla="*/ 162469 h 4536263"/>
                <a:gd name="connsiteX41" fmla="*/ 3019354 w 5635125"/>
                <a:gd name="connsiteY41" fmla="*/ 152062 h 4536263"/>
                <a:gd name="connsiteX42" fmla="*/ 2938896 w 5635125"/>
                <a:gd name="connsiteY42" fmla="*/ 131490 h 4536263"/>
                <a:gd name="connsiteX43" fmla="*/ 2776242 w 5635125"/>
                <a:gd name="connsiteY43" fmla="*/ 96762 h 4536263"/>
                <a:gd name="connsiteX44" fmla="*/ 2111872 w 5635125"/>
                <a:gd name="connsiteY44" fmla="*/ 38314 h 4536263"/>
                <a:gd name="connsiteX45" fmla="*/ 1447502 w 5635125"/>
                <a:gd name="connsiteY45" fmla="*/ 87201 h 4536263"/>
                <a:gd name="connsiteX46" fmla="*/ 1365679 w 5635125"/>
                <a:gd name="connsiteY46" fmla="*/ 101965 h 4536263"/>
                <a:gd name="connsiteX47" fmla="*/ 1284974 w 5635125"/>
                <a:gd name="connsiteY47" fmla="*/ 121446 h 4536263"/>
                <a:gd name="connsiteX48" fmla="*/ 1204515 w 5635125"/>
                <a:gd name="connsiteY48" fmla="*/ 141291 h 4536263"/>
                <a:gd name="connsiteX49" fmla="*/ 1125296 w 5635125"/>
                <a:gd name="connsiteY49" fmla="*/ 165253 h 4536263"/>
                <a:gd name="connsiteX50" fmla="*/ 1046326 w 5635125"/>
                <a:gd name="connsiteY50" fmla="*/ 189939 h 4536263"/>
                <a:gd name="connsiteX51" fmla="*/ 1026614 w 5635125"/>
                <a:gd name="connsiteY51" fmla="*/ 196231 h 4536263"/>
                <a:gd name="connsiteX52" fmla="*/ 1007275 w 5635125"/>
                <a:gd name="connsiteY52" fmla="*/ 203492 h 4536263"/>
                <a:gd name="connsiteX53" fmla="*/ 968719 w 5635125"/>
                <a:gd name="connsiteY53" fmla="*/ 218255 h 4536263"/>
                <a:gd name="connsiteX54" fmla="*/ 891856 w 5635125"/>
                <a:gd name="connsiteY54" fmla="*/ 247901 h 4536263"/>
                <a:gd name="connsiteX55" fmla="*/ 872641 w 5635125"/>
                <a:gd name="connsiteY55" fmla="*/ 255283 h 4536263"/>
                <a:gd name="connsiteX56" fmla="*/ 853922 w 5635125"/>
                <a:gd name="connsiteY56" fmla="*/ 263755 h 4536263"/>
                <a:gd name="connsiteX57" fmla="*/ 816481 w 5635125"/>
                <a:gd name="connsiteY57" fmla="*/ 280817 h 4536263"/>
                <a:gd name="connsiteX58" fmla="*/ 260959 w 5635125"/>
                <a:gd name="connsiteY58" fmla="*/ 618433 h 4536263"/>
                <a:gd name="connsiteX59" fmla="*/ 21645 w 5635125"/>
                <a:gd name="connsiteY59" fmla="*/ 832906 h 4536263"/>
                <a:gd name="connsiteX60" fmla="*/ 0 w 5635125"/>
                <a:gd name="connsiteY60" fmla="*/ 857354 h 4536263"/>
                <a:gd name="connsiteX61" fmla="*/ 0 w 5635125"/>
                <a:gd name="connsiteY61" fmla="*/ 593247 h 4536263"/>
                <a:gd name="connsiteX62" fmla="*/ 18510 w 5635125"/>
                <a:gd name="connsiteY62" fmla="*/ 579335 h 4536263"/>
                <a:gd name="connsiteX63" fmla="*/ 161780 w 5635125"/>
                <a:gd name="connsiteY63" fmla="*/ 484113 h 4536263"/>
                <a:gd name="connsiteX64" fmla="*/ 778792 w 5635125"/>
                <a:gd name="connsiteY64" fmla="*/ 190181 h 4536263"/>
                <a:gd name="connsiteX65" fmla="*/ 2112370 w 5635125"/>
                <a:gd name="connsiteY65" fmla="*/ 2011 h 45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635125" h="4536263">
                  <a:moveTo>
                    <a:pt x="2112370" y="2011"/>
                  </a:moveTo>
                  <a:cubicBezTo>
                    <a:pt x="2560655" y="2374"/>
                    <a:pt x="3013032" y="58402"/>
                    <a:pt x="3443962" y="201797"/>
                  </a:cubicBezTo>
                  <a:lnTo>
                    <a:pt x="3524048" y="230356"/>
                  </a:lnTo>
                  <a:lnTo>
                    <a:pt x="3564215" y="244513"/>
                  </a:lnTo>
                  <a:cubicBezTo>
                    <a:pt x="3577605" y="249353"/>
                    <a:pt x="3591118" y="253589"/>
                    <a:pt x="3604134" y="259397"/>
                  </a:cubicBezTo>
                  <a:cubicBezTo>
                    <a:pt x="3656450" y="281301"/>
                    <a:pt x="3709388" y="302356"/>
                    <a:pt x="3761580" y="325106"/>
                  </a:cubicBezTo>
                  <a:cubicBezTo>
                    <a:pt x="3812903" y="349550"/>
                    <a:pt x="3864849" y="373268"/>
                    <a:pt x="3915926" y="398680"/>
                  </a:cubicBezTo>
                  <a:cubicBezTo>
                    <a:pt x="3965887" y="426028"/>
                    <a:pt x="4016716" y="452409"/>
                    <a:pt x="4066305" y="480844"/>
                  </a:cubicBezTo>
                  <a:cubicBezTo>
                    <a:pt x="4263794" y="596166"/>
                    <a:pt x="4449629" y="733392"/>
                    <a:pt x="4617984" y="890098"/>
                  </a:cubicBezTo>
                  <a:cubicBezTo>
                    <a:pt x="4954818" y="1203754"/>
                    <a:pt x="5217764" y="1595219"/>
                    <a:pt x="5387359" y="2020324"/>
                  </a:cubicBezTo>
                  <a:cubicBezTo>
                    <a:pt x="5557947" y="2445551"/>
                    <a:pt x="5639646" y="2902604"/>
                    <a:pt x="5634933" y="3356508"/>
                  </a:cubicBezTo>
                  <a:cubicBezTo>
                    <a:pt x="5631191" y="3754046"/>
                    <a:pt x="5559369" y="4148944"/>
                    <a:pt x="5426809" y="4521289"/>
                  </a:cubicBezTo>
                  <a:lnTo>
                    <a:pt x="5420775" y="4536263"/>
                  </a:lnTo>
                  <a:lnTo>
                    <a:pt x="5192615" y="4536263"/>
                  </a:lnTo>
                  <a:lnTo>
                    <a:pt x="5252198" y="4305372"/>
                  </a:lnTo>
                  <a:cubicBezTo>
                    <a:pt x="5273894" y="4201637"/>
                    <a:pt x="5290785" y="4097084"/>
                    <a:pt x="5302934" y="3992169"/>
                  </a:cubicBezTo>
                  <a:lnTo>
                    <a:pt x="5317935" y="3834617"/>
                  </a:lnTo>
                  <a:cubicBezTo>
                    <a:pt x="5320661" y="3781977"/>
                    <a:pt x="5324259" y="3729339"/>
                    <a:pt x="5326240" y="3676819"/>
                  </a:cubicBezTo>
                  <a:cubicBezTo>
                    <a:pt x="5326862" y="3624181"/>
                    <a:pt x="5328968" y="3571662"/>
                    <a:pt x="5328597" y="3519023"/>
                  </a:cubicBezTo>
                  <a:lnTo>
                    <a:pt x="5326862" y="3440247"/>
                  </a:lnTo>
                  <a:cubicBezTo>
                    <a:pt x="5326117" y="3413987"/>
                    <a:pt x="5326862" y="3387729"/>
                    <a:pt x="5324754" y="3361590"/>
                  </a:cubicBezTo>
                  <a:lnTo>
                    <a:pt x="5320291" y="3282936"/>
                  </a:lnTo>
                  <a:cubicBezTo>
                    <a:pt x="5318678" y="3256798"/>
                    <a:pt x="5317812" y="3230537"/>
                    <a:pt x="5314712" y="3204522"/>
                  </a:cubicBezTo>
                  <a:lnTo>
                    <a:pt x="5307521" y="3126228"/>
                  </a:lnTo>
                  <a:lnTo>
                    <a:pt x="5304050" y="3087142"/>
                  </a:lnTo>
                  <a:cubicBezTo>
                    <a:pt x="5302934" y="3074072"/>
                    <a:pt x="5300704" y="3061124"/>
                    <a:pt x="5299091" y="3048177"/>
                  </a:cubicBezTo>
                  <a:cubicBezTo>
                    <a:pt x="5286074" y="2944230"/>
                    <a:pt x="5269833" y="2840646"/>
                    <a:pt x="5249253" y="2738030"/>
                  </a:cubicBezTo>
                  <a:cubicBezTo>
                    <a:pt x="5208342" y="2532798"/>
                    <a:pt x="5151563" y="2330834"/>
                    <a:pt x="5078790" y="2134677"/>
                  </a:cubicBezTo>
                  <a:cubicBezTo>
                    <a:pt x="4932999" y="1742729"/>
                    <a:pt x="4725096" y="1371231"/>
                    <a:pt x="4445910" y="1049950"/>
                  </a:cubicBezTo>
                  <a:cubicBezTo>
                    <a:pt x="4306688" y="889252"/>
                    <a:pt x="4149614" y="741739"/>
                    <a:pt x="3975680" y="613349"/>
                  </a:cubicBezTo>
                  <a:cubicBezTo>
                    <a:pt x="3932043" y="581525"/>
                    <a:pt x="3886916" y="551514"/>
                    <a:pt x="3842409" y="520416"/>
                  </a:cubicBezTo>
                  <a:cubicBezTo>
                    <a:pt x="3796787" y="491131"/>
                    <a:pt x="3749926" y="463419"/>
                    <a:pt x="3703560" y="434620"/>
                  </a:cubicBezTo>
                  <a:cubicBezTo>
                    <a:pt x="3656077" y="407756"/>
                    <a:pt x="3607357" y="383069"/>
                    <a:pt x="3559132" y="357174"/>
                  </a:cubicBezTo>
                  <a:cubicBezTo>
                    <a:pt x="3510163" y="332850"/>
                    <a:pt x="3459830" y="310827"/>
                    <a:pt x="3409869" y="287835"/>
                  </a:cubicBezTo>
                  <a:lnTo>
                    <a:pt x="3391024" y="279364"/>
                  </a:lnTo>
                  <a:lnTo>
                    <a:pt x="3371810" y="271862"/>
                  </a:lnTo>
                  <a:lnTo>
                    <a:pt x="3333378" y="256857"/>
                  </a:lnTo>
                  <a:lnTo>
                    <a:pt x="3256391" y="226846"/>
                  </a:lnTo>
                  <a:cubicBezTo>
                    <a:pt x="3230976" y="216077"/>
                    <a:pt x="3204322" y="208816"/>
                    <a:pt x="3178039" y="200103"/>
                  </a:cubicBezTo>
                  <a:lnTo>
                    <a:pt x="3099068" y="174933"/>
                  </a:lnTo>
                  <a:lnTo>
                    <a:pt x="3059520" y="162469"/>
                  </a:lnTo>
                  <a:lnTo>
                    <a:pt x="3019354" y="152062"/>
                  </a:lnTo>
                  <a:lnTo>
                    <a:pt x="2938896" y="131490"/>
                  </a:lnTo>
                  <a:cubicBezTo>
                    <a:pt x="2885463" y="116485"/>
                    <a:pt x="2830668" y="107532"/>
                    <a:pt x="2776242" y="96762"/>
                  </a:cubicBezTo>
                  <a:cubicBezTo>
                    <a:pt x="2557927" y="55618"/>
                    <a:pt x="2335272" y="37588"/>
                    <a:pt x="2111872" y="38314"/>
                  </a:cubicBezTo>
                  <a:cubicBezTo>
                    <a:pt x="1888597" y="32748"/>
                    <a:pt x="1665820" y="47631"/>
                    <a:pt x="1447502" y="87201"/>
                  </a:cubicBezTo>
                  <a:lnTo>
                    <a:pt x="1365679" y="101965"/>
                  </a:lnTo>
                  <a:lnTo>
                    <a:pt x="1284974" y="121446"/>
                  </a:lnTo>
                  <a:lnTo>
                    <a:pt x="1204515" y="141291"/>
                  </a:lnTo>
                  <a:cubicBezTo>
                    <a:pt x="1177737" y="148069"/>
                    <a:pt x="1151703" y="157388"/>
                    <a:pt x="1125296" y="165253"/>
                  </a:cubicBezTo>
                  <a:lnTo>
                    <a:pt x="1046326" y="189939"/>
                  </a:lnTo>
                  <a:cubicBezTo>
                    <a:pt x="1039756" y="191996"/>
                    <a:pt x="1033186" y="193931"/>
                    <a:pt x="1026614" y="196231"/>
                  </a:cubicBezTo>
                  <a:lnTo>
                    <a:pt x="1007275" y="203492"/>
                  </a:lnTo>
                  <a:lnTo>
                    <a:pt x="968719" y="218255"/>
                  </a:lnTo>
                  <a:lnTo>
                    <a:pt x="891856" y="247901"/>
                  </a:lnTo>
                  <a:lnTo>
                    <a:pt x="872641" y="255283"/>
                  </a:lnTo>
                  <a:lnTo>
                    <a:pt x="853922" y="263755"/>
                  </a:lnTo>
                  <a:lnTo>
                    <a:pt x="816481" y="280817"/>
                  </a:lnTo>
                  <a:cubicBezTo>
                    <a:pt x="616389" y="370121"/>
                    <a:pt x="429437" y="484353"/>
                    <a:pt x="260959" y="618433"/>
                  </a:cubicBezTo>
                  <a:cubicBezTo>
                    <a:pt x="176595" y="685350"/>
                    <a:pt x="96787" y="757109"/>
                    <a:pt x="21645" y="832906"/>
                  </a:cubicBezTo>
                  <a:lnTo>
                    <a:pt x="0" y="857354"/>
                  </a:lnTo>
                  <a:lnTo>
                    <a:pt x="0" y="593247"/>
                  </a:lnTo>
                  <a:lnTo>
                    <a:pt x="18510" y="579335"/>
                  </a:lnTo>
                  <a:cubicBezTo>
                    <a:pt x="65368" y="546190"/>
                    <a:pt x="113152" y="514425"/>
                    <a:pt x="161780" y="484113"/>
                  </a:cubicBezTo>
                  <a:cubicBezTo>
                    <a:pt x="356292" y="362861"/>
                    <a:pt x="564071" y="264601"/>
                    <a:pt x="778792" y="190181"/>
                  </a:cubicBezTo>
                  <a:cubicBezTo>
                    <a:pt x="1208731" y="40371"/>
                    <a:pt x="1664207" y="-11299"/>
                    <a:pt x="2112370" y="201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83CB00-89D7-07DE-B468-CCFD78146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326" y="2750025"/>
            <a:ext cx="5286665" cy="273865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the problem files the various initial states change based on:</a:t>
            </a:r>
          </a:p>
          <a:p>
            <a:r>
              <a:rPr lang="en-US" sz="18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 of locations</a:t>
            </a:r>
          </a:p>
          <a:p>
            <a:r>
              <a:rPr lang="en-US" sz="18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 of requests</a:t>
            </a:r>
          </a:p>
          <a:p>
            <a:r>
              <a:rPr lang="en-US" sz="18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Presence of congested roads</a:t>
            </a:r>
          </a:p>
          <a:p>
            <a:r>
              <a:rPr lang="en-US" sz="18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Presence of traffic lights</a:t>
            </a:r>
            <a:endParaRPr lang="it-IT" sz="18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77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magine 42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B11B548F-DB28-6F72-B959-035D196D4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186" y="314325"/>
            <a:ext cx="3552825" cy="6229350"/>
          </a:xfrm>
          <a:prstGeom prst="rect">
            <a:avLst/>
          </a:prstGeom>
        </p:spPr>
      </p:pic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C1F496E-E245-F19C-4B17-32356DB04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915229"/>
              </p:ext>
            </p:extLst>
          </p:nvPr>
        </p:nvGraphicFramePr>
        <p:xfrm>
          <a:off x="787028" y="2026558"/>
          <a:ext cx="7852092" cy="37684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6158">
                  <a:extLst>
                    <a:ext uri="{9D8B030D-6E8A-4147-A177-3AD203B41FA5}">
                      <a16:colId xmlns:a16="http://schemas.microsoft.com/office/drawing/2014/main" val="2396994079"/>
                    </a:ext>
                  </a:extLst>
                </a:gridCol>
                <a:gridCol w="753896">
                  <a:extLst>
                    <a:ext uri="{9D8B030D-6E8A-4147-A177-3AD203B41FA5}">
                      <a16:colId xmlns:a16="http://schemas.microsoft.com/office/drawing/2014/main" val="3638045138"/>
                    </a:ext>
                  </a:extLst>
                </a:gridCol>
                <a:gridCol w="725255">
                  <a:extLst>
                    <a:ext uri="{9D8B030D-6E8A-4147-A177-3AD203B41FA5}">
                      <a16:colId xmlns:a16="http://schemas.microsoft.com/office/drawing/2014/main" val="1042304227"/>
                    </a:ext>
                  </a:extLst>
                </a:gridCol>
                <a:gridCol w="971841">
                  <a:extLst>
                    <a:ext uri="{9D8B030D-6E8A-4147-A177-3AD203B41FA5}">
                      <a16:colId xmlns:a16="http://schemas.microsoft.com/office/drawing/2014/main" val="679142915"/>
                    </a:ext>
                  </a:extLst>
                </a:gridCol>
                <a:gridCol w="957336">
                  <a:extLst>
                    <a:ext uri="{9D8B030D-6E8A-4147-A177-3AD203B41FA5}">
                      <a16:colId xmlns:a16="http://schemas.microsoft.com/office/drawing/2014/main" val="2583295718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3951846501"/>
                    </a:ext>
                  </a:extLst>
                </a:gridCol>
                <a:gridCol w="1087882">
                  <a:extLst>
                    <a:ext uri="{9D8B030D-6E8A-4147-A177-3AD203B41FA5}">
                      <a16:colId xmlns:a16="http://schemas.microsoft.com/office/drawing/2014/main" val="1477418520"/>
                    </a:ext>
                  </a:extLst>
                </a:gridCol>
                <a:gridCol w="1189418">
                  <a:extLst>
                    <a:ext uri="{9D8B030D-6E8A-4147-A177-3AD203B41FA5}">
                      <a16:colId xmlns:a16="http://schemas.microsoft.com/office/drawing/2014/main" val="1028579839"/>
                    </a:ext>
                  </a:extLst>
                </a:gridCol>
              </a:tblGrid>
              <a:tr h="633027">
                <a:tc>
                  <a:txBody>
                    <a:bodyPr/>
                    <a:lstStyle/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 length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Metric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Planning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Heuristic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Search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Expanded</a:t>
                      </a:r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Nodes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States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Evaluated</a:t>
                      </a:r>
                      <a:endParaRPr lang="en-US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22544"/>
                  </a:ext>
                </a:extLst>
              </a:tr>
              <a:tr h="5213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A*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288.0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72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264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322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400105"/>
                  </a:ext>
                </a:extLst>
              </a:tr>
              <a:tr h="521395"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A*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288.0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83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313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422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784491"/>
                  </a:ext>
                </a:extLst>
              </a:tr>
              <a:tr h="5213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Greedy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288.0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76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264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322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011849"/>
                  </a:ext>
                </a:extLst>
              </a:tr>
              <a:tr h="5213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Greedy 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288.0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77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156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313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422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43526"/>
                  </a:ext>
                </a:extLst>
              </a:tr>
              <a:tr h="5213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WA*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216.0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59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37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6469"/>
                  </a:ext>
                </a:extLst>
              </a:tr>
              <a:tr h="52139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WA* 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216.0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74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29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278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958350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19B6E2-24D8-B477-3AEC-0A3AC721BE26}"/>
              </a:ext>
            </a:extLst>
          </p:cNvPr>
          <p:cNvSpPr txBox="1"/>
          <p:nvPr/>
        </p:nvSpPr>
        <p:spPr>
          <a:xfrm>
            <a:off x="787028" y="622439"/>
            <a:ext cx="3532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Lucida Console" panose="020B0609040504020204" pitchFamily="49" charset="0"/>
              </a:rPr>
              <a:t>Problem 1</a:t>
            </a:r>
            <a:endParaRPr lang="it-IT" sz="4000" dirty="0">
              <a:latin typeface="Lucida Console" panose="020B0609040504020204" pitchFamily="49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AC1BD9E3-3AC3-6673-9E9C-5A3A797011AF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483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02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Piano, mappa&#10;&#10;Il contenuto generato dall'IA potrebbe non essere corretto.">
            <a:extLst>
              <a:ext uri="{FF2B5EF4-FFF2-40B4-BE49-F238E27FC236}">
                <a16:creationId xmlns:a16="http://schemas.microsoft.com/office/drawing/2014/main" id="{BCF1A29E-6EFA-18D4-85B0-EBD210F64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648" y="1253331"/>
            <a:ext cx="3038096" cy="4351338"/>
          </a:xfrm>
          <a:prstGeom prst="rect">
            <a:avLst/>
          </a:prstGeom>
        </p:spPr>
      </p:pic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2BF2872-9BFF-8283-8E98-9A78A5835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3900"/>
              </p:ext>
            </p:extLst>
          </p:nvPr>
        </p:nvGraphicFramePr>
        <p:xfrm>
          <a:off x="787028" y="2032309"/>
          <a:ext cx="7945554" cy="376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86">
                  <a:extLst>
                    <a:ext uri="{9D8B030D-6E8A-4147-A177-3AD203B41FA5}">
                      <a16:colId xmlns:a16="http://schemas.microsoft.com/office/drawing/2014/main" val="3436999193"/>
                    </a:ext>
                  </a:extLst>
                </a:gridCol>
                <a:gridCol w="762869">
                  <a:extLst>
                    <a:ext uri="{9D8B030D-6E8A-4147-A177-3AD203B41FA5}">
                      <a16:colId xmlns:a16="http://schemas.microsoft.com/office/drawing/2014/main" val="3212636040"/>
                    </a:ext>
                  </a:extLst>
                </a:gridCol>
                <a:gridCol w="733887">
                  <a:extLst>
                    <a:ext uri="{9D8B030D-6E8A-4147-A177-3AD203B41FA5}">
                      <a16:colId xmlns:a16="http://schemas.microsoft.com/office/drawing/2014/main" val="3341082302"/>
                    </a:ext>
                  </a:extLst>
                </a:gridCol>
                <a:gridCol w="983410">
                  <a:extLst>
                    <a:ext uri="{9D8B030D-6E8A-4147-A177-3AD203B41FA5}">
                      <a16:colId xmlns:a16="http://schemas.microsoft.com/office/drawing/2014/main" val="74858055"/>
                    </a:ext>
                  </a:extLst>
                </a:gridCol>
                <a:gridCol w="968732">
                  <a:extLst>
                    <a:ext uri="{9D8B030D-6E8A-4147-A177-3AD203B41FA5}">
                      <a16:colId xmlns:a16="http://schemas.microsoft.com/office/drawing/2014/main" val="3862956006"/>
                    </a:ext>
                  </a:extLst>
                </a:gridCol>
                <a:gridCol w="880664">
                  <a:extLst>
                    <a:ext uri="{9D8B030D-6E8A-4147-A177-3AD203B41FA5}">
                      <a16:colId xmlns:a16="http://schemas.microsoft.com/office/drawing/2014/main" val="2356637031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3293653308"/>
                    </a:ext>
                  </a:extLst>
                </a:gridCol>
                <a:gridCol w="1203575">
                  <a:extLst>
                    <a:ext uri="{9D8B030D-6E8A-4147-A177-3AD203B41FA5}">
                      <a16:colId xmlns:a16="http://schemas.microsoft.com/office/drawing/2014/main" val="1572746340"/>
                    </a:ext>
                  </a:extLst>
                </a:gridCol>
              </a:tblGrid>
              <a:tr h="632819">
                <a:tc>
                  <a:txBody>
                    <a:bodyPr/>
                    <a:lstStyle/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 length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Metric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Planning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Heuristic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Search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Expanded</a:t>
                      </a:r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Nodes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States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Evaluated</a:t>
                      </a:r>
                      <a:endParaRPr lang="en-US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86176"/>
                  </a:ext>
                </a:extLst>
              </a:tr>
              <a:tr h="5214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A*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888.0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217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1063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2113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67775"/>
                  </a:ext>
                </a:extLst>
              </a:tr>
              <a:tr h="521436"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A*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966.0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782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646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777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14814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24028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933245"/>
                  </a:ext>
                </a:extLst>
              </a:tr>
              <a:tr h="5214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Greedy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888.0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116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1063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2113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141509"/>
                  </a:ext>
                </a:extLst>
              </a:tr>
              <a:tr h="5214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Greedy 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966.0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1031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794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794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1023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14814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415819"/>
                  </a:ext>
                </a:extLst>
              </a:tr>
              <a:tr h="5214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WA*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614.0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122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653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1503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735301"/>
                  </a:ext>
                </a:extLst>
              </a:tr>
              <a:tr h="5214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WA* 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27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526.0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925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606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920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12742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15640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478004"/>
                  </a:ext>
                </a:extLst>
              </a:tr>
            </a:tbl>
          </a:graphicData>
        </a:graphic>
      </p:graphicFrame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DF5B1D73-6316-E75D-6840-3C1995436293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5648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DD47A27-F1EE-F071-B36B-326EEFE79050}"/>
              </a:ext>
            </a:extLst>
          </p:cNvPr>
          <p:cNvSpPr txBox="1"/>
          <p:nvPr/>
        </p:nvSpPr>
        <p:spPr>
          <a:xfrm>
            <a:off x="787028" y="622439"/>
            <a:ext cx="3532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Lucida Console" panose="020B0609040504020204" pitchFamily="49" charset="0"/>
              </a:rPr>
              <a:t>Problem 2</a:t>
            </a:r>
            <a:endParaRPr lang="it-IT" sz="4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33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Piano, Carattere&#10;&#10;Il contenuto generato dall'IA potrebbe non essere corretto.">
            <a:extLst>
              <a:ext uri="{FF2B5EF4-FFF2-40B4-BE49-F238E27FC236}">
                <a16:creationId xmlns:a16="http://schemas.microsoft.com/office/drawing/2014/main" id="{DBE6B766-9A33-A7B2-B07F-5DA402E6F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740" y="1253331"/>
            <a:ext cx="3181004" cy="4351338"/>
          </a:xfrm>
          <a:prstGeom prst="rect">
            <a:avLst/>
          </a:prstGeom>
        </p:spPr>
      </p:pic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623B2E8-320C-2554-D6C1-C87E77260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97490"/>
              </p:ext>
            </p:extLst>
          </p:nvPr>
        </p:nvGraphicFramePr>
        <p:xfrm>
          <a:off x="488415" y="2198675"/>
          <a:ext cx="8096786" cy="3768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550">
                  <a:extLst>
                    <a:ext uri="{9D8B030D-6E8A-4147-A177-3AD203B41FA5}">
                      <a16:colId xmlns:a16="http://schemas.microsoft.com/office/drawing/2014/main" val="3436999193"/>
                    </a:ext>
                  </a:extLst>
                </a:gridCol>
                <a:gridCol w="777389">
                  <a:extLst>
                    <a:ext uri="{9D8B030D-6E8A-4147-A177-3AD203B41FA5}">
                      <a16:colId xmlns:a16="http://schemas.microsoft.com/office/drawing/2014/main" val="3212636040"/>
                    </a:ext>
                  </a:extLst>
                </a:gridCol>
                <a:gridCol w="747856">
                  <a:extLst>
                    <a:ext uri="{9D8B030D-6E8A-4147-A177-3AD203B41FA5}">
                      <a16:colId xmlns:a16="http://schemas.microsoft.com/office/drawing/2014/main" val="3341082302"/>
                    </a:ext>
                  </a:extLst>
                </a:gridCol>
                <a:gridCol w="1002127">
                  <a:extLst>
                    <a:ext uri="{9D8B030D-6E8A-4147-A177-3AD203B41FA5}">
                      <a16:colId xmlns:a16="http://schemas.microsoft.com/office/drawing/2014/main" val="74858055"/>
                    </a:ext>
                  </a:extLst>
                </a:gridCol>
                <a:gridCol w="987170">
                  <a:extLst>
                    <a:ext uri="{9D8B030D-6E8A-4147-A177-3AD203B41FA5}">
                      <a16:colId xmlns:a16="http://schemas.microsoft.com/office/drawing/2014/main" val="3862956006"/>
                    </a:ext>
                  </a:extLst>
                </a:gridCol>
                <a:gridCol w="897426">
                  <a:extLst>
                    <a:ext uri="{9D8B030D-6E8A-4147-A177-3AD203B41FA5}">
                      <a16:colId xmlns:a16="http://schemas.microsoft.com/office/drawing/2014/main" val="2356637031"/>
                    </a:ext>
                  </a:extLst>
                </a:gridCol>
                <a:gridCol w="1121784">
                  <a:extLst>
                    <a:ext uri="{9D8B030D-6E8A-4147-A177-3AD203B41FA5}">
                      <a16:colId xmlns:a16="http://schemas.microsoft.com/office/drawing/2014/main" val="3293653308"/>
                    </a:ext>
                  </a:extLst>
                </a:gridCol>
                <a:gridCol w="1226484">
                  <a:extLst>
                    <a:ext uri="{9D8B030D-6E8A-4147-A177-3AD203B41FA5}">
                      <a16:colId xmlns:a16="http://schemas.microsoft.com/office/drawing/2014/main" val="1572746340"/>
                    </a:ext>
                  </a:extLst>
                </a:gridCol>
              </a:tblGrid>
              <a:tr h="632993">
                <a:tc>
                  <a:txBody>
                    <a:bodyPr/>
                    <a:lstStyle/>
                    <a:p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 length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Metric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Planning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Heuristic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Search Time (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ms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Expanded</a:t>
                      </a:r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Nodes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States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Evaluated</a:t>
                      </a:r>
                      <a:endParaRPr lang="en-US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C7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86176"/>
                  </a:ext>
                </a:extLst>
              </a:tr>
              <a:tr h="52140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A*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1648.0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14943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12987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14939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250202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401887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67775"/>
                  </a:ext>
                </a:extLst>
              </a:tr>
              <a:tr h="521401"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A* </a:t>
                      </a:r>
                      <a:r>
                        <a:rPr lang="it-IT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1616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238624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203052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238619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4910931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7168511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61458"/>
                  </a:ext>
                </a:extLst>
              </a:tr>
              <a:tr h="52140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Greedy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83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1648.0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15443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13029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15438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250202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401887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141509"/>
                  </a:ext>
                </a:extLst>
              </a:tr>
              <a:tr h="52140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Greedy 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81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1616.0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250125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211018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250121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4910931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7168511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415819"/>
                  </a:ext>
                </a:extLst>
              </a:tr>
              <a:tr h="52140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WA* h_add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39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779.0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8494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7117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8490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118341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211332</a:t>
                      </a:r>
                    </a:p>
                  </a:txBody>
                  <a:tcPr>
                    <a:solidFill>
                      <a:srgbClr val="FFE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735301"/>
                  </a:ext>
                </a:extLst>
              </a:tr>
              <a:tr h="52140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WA* h_max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674.0</a:t>
                      </a:r>
                      <a:endParaRPr lang="it-IT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39047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30356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39040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741790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935732</a:t>
                      </a:r>
                    </a:p>
                  </a:txBody>
                  <a:tcPr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478004"/>
                  </a:ext>
                </a:extLst>
              </a:tr>
            </a:tbl>
          </a:graphicData>
        </a:graphic>
      </p:graphicFrame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3185B5C5-8E0A-3ABB-4D9F-7003BE90F7B2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4226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56C707B-19E1-4C51-3C4B-15D618F12F85}"/>
              </a:ext>
            </a:extLst>
          </p:cNvPr>
          <p:cNvSpPr txBox="1"/>
          <p:nvPr/>
        </p:nvSpPr>
        <p:spPr>
          <a:xfrm>
            <a:off x="787028" y="622439"/>
            <a:ext cx="3532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Lucida Console" panose="020B0609040504020204" pitchFamily="49" charset="0"/>
              </a:rPr>
              <a:t>Problem 3</a:t>
            </a:r>
            <a:endParaRPr lang="it-IT" sz="4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8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3BA231-4E2D-3BA4-8357-2318AD89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Comparing h_add and h_max</a:t>
            </a:r>
            <a:endParaRPr lang="it-IT" dirty="0">
              <a:latin typeface="Lucida Console" panose="020B0609040504020204" pitchFamily="49" charset="0"/>
            </a:endParaRPr>
          </a:p>
        </p:txBody>
      </p:sp>
      <p:graphicFrame>
        <p:nvGraphicFramePr>
          <p:cNvPr id="13" name="Segnaposto contenuto 12">
            <a:extLst>
              <a:ext uri="{FF2B5EF4-FFF2-40B4-BE49-F238E27FC236}">
                <a16:creationId xmlns:a16="http://schemas.microsoft.com/office/drawing/2014/main" id="{33EEFBC1-4264-AD15-D89A-4BCA081A9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3431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59C89A5D-BEDD-E575-6BA6-4265AC269596}"/>
              </a:ext>
            </a:extLst>
          </p:cNvPr>
          <p:cNvCxnSpPr>
            <a:cxnSpLocks/>
          </p:cNvCxnSpPr>
          <p:nvPr/>
        </p:nvCxnSpPr>
        <p:spPr>
          <a:xfrm>
            <a:off x="838200" y="140208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312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E3FA456B-F350-A51D-613D-0DE1A894816D}"/>
              </a:ext>
            </a:extLst>
          </p:cNvPr>
          <p:cNvSpPr/>
          <p:nvPr/>
        </p:nvSpPr>
        <p:spPr>
          <a:xfrm>
            <a:off x="1229360" y="1619886"/>
            <a:ext cx="4175760" cy="496823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5A40E97-87F4-2FB3-3C7D-55C1FF7A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6617652" cy="1097915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Problem 1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06EACDF-A73D-84A7-B951-F61B9A4448A9}"/>
              </a:ext>
            </a:extLst>
          </p:cNvPr>
          <p:cNvSpPr/>
          <p:nvPr/>
        </p:nvSpPr>
        <p:spPr>
          <a:xfrm>
            <a:off x="5740400" y="1619886"/>
            <a:ext cx="4175760" cy="496823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0E5EBC-7814-19B8-BB78-08315D674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7548" y="1463040"/>
            <a:ext cx="2533331" cy="823912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WA* h_add</a:t>
            </a: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932E6D7-BB05-D606-FC9B-6CC4D5CF6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32880" y="1498919"/>
            <a:ext cx="2291080" cy="823912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WA* h_max</a:t>
            </a: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74E4D1B-BD5E-17F2-69FE-DF569CA8E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2880" y="2470152"/>
            <a:ext cx="2910840" cy="3684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office park1)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p1 restaurant)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bank)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bank park2)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p1 park2)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park2 school)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p2 school)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park2 office)</a:t>
            </a:r>
          </a:p>
          <a:p>
            <a:pPr marL="0" indent="0">
              <a:buNone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p2 office)</a:t>
            </a:r>
            <a:endParaRPr lang="it-IT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E0EE1D1-9AA9-CE28-6B69-AB3B0B9156D0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72E9A90-0B70-6D78-5057-72D43554B122}"/>
              </a:ext>
            </a:extLst>
          </p:cNvPr>
          <p:cNvSpPr txBox="1"/>
          <p:nvPr/>
        </p:nvSpPr>
        <p:spPr>
          <a:xfrm>
            <a:off x="1964372" y="2286952"/>
            <a:ext cx="2881948" cy="4474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office park1)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p1 restaurant)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school)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p1 park2)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park2 school)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p2 school)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(move park2 office)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p2 office)</a:t>
            </a:r>
            <a:endParaRPr lang="it-IT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GB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90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1304-D584-12B0-A95B-6F3B50D0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1838C5-1DA3-CAC6-923D-17584FFC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33" y="523593"/>
            <a:ext cx="3660647" cy="823913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Problem 2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603B981-FA77-61F4-C382-1232192D5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8633" y="1662674"/>
            <a:ext cx="1974088" cy="4226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WA* h_add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8CF65EF-4990-88F8-019A-081E06AD6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512" y="2214750"/>
            <a:ext cx="9611360" cy="451666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chargeStation1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mall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apartment2)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chargeStation1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office)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apartment1 office)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office)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chargeStation1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airport)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airport)</a:t>
            </a:r>
            <a:endParaRPr lang="it-IT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44C3870-8908-71FC-C87F-0CA500A95F87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42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7A56-E354-536D-5259-0BF09008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325F20-EC0A-8B22-37D4-0848179F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47686"/>
            <a:ext cx="3535680" cy="823913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Problem 2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D3AB5B-579D-7A73-0293-BD21B2B6B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58252" y="1528728"/>
            <a:ext cx="3120708" cy="559943"/>
          </a:xfrm>
        </p:spPr>
        <p:txBody>
          <a:bodyPr>
            <a:norm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WA* h_max</a:t>
            </a: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866F4228-0CDB-7427-7CA6-5FED39B6316A}"/>
              </a:ext>
            </a:extLst>
          </p:cNvPr>
          <p:cNvSpPr txBox="1">
            <a:spLocks/>
          </p:cNvSpPr>
          <p:nvPr/>
        </p:nvSpPr>
        <p:spPr>
          <a:xfrm>
            <a:off x="1258252" y="2281713"/>
            <a:ext cx="9675495" cy="4139408"/>
          </a:xfrm>
          <a:prstGeom prst="rect">
            <a:avLst/>
          </a:prstGeom>
        </p:spPr>
        <p:txBody>
          <a:bodyPr vert="horz" lIns="91440" tIns="45720" rIns="91440" bIns="45720" numCol="2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airport)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airport)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airport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mall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chargeStation1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bank)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bank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office)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apartment1)</a:t>
            </a:r>
            <a:endParaRPr lang="it-IT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08491B29-0B34-3CB1-4183-33CC1AAC8D43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57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242B-0BF6-66E8-0437-071CBAC9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7E572A-B669-3BB5-0E65-4F38BDA8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563436"/>
            <a:ext cx="10515600" cy="823913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Problem 3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6F3AC3-1263-EAD5-4504-284EF0010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1462023"/>
            <a:ext cx="5157787" cy="823912"/>
          </a:xfrm>
        </p:spPr>
        <p:txBody>
          <a:bodyPr/>
          <a:lstStyle/>
          <a:p>
            <a:r>
              <a:rPr lang="en-US" dirty="0"/>
              <a:t>WA* h_add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7B34DC-B6F1-FC66-6B20-58A5E6D71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512" y="2489200"/>
            <a:ext cx="10515600" cy="4141216"/>
          </a:xfrm>
        </p:spPr>
        <p:txBody>
          <a:bodyPr numCol="3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office1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office1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chargeStation1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mall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apartment1 hotel)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hotel)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hotel chargeStation2)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chargeStation2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office1)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office1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apartment1 hotel)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hotel chargeStation2)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chargeStation2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park1 office1)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office1)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office1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apartment1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mall)</a:t>
            </a:r>
            <a:endParaRPr lang="it-IT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78555E8-2E5A-4B47-D523-80F204337162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903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AF43-B390-CE8D-C2F7-F1F90BDB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105CF7-1218-09C6-850A-6175064FD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66637"/>
            <a:ext cx="10515600" cy="823913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Problem 3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FE14E56-9986-11D2-B4B3-C754F559B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812" y="1499996"/>
            <a:ext cx="2226628" cy="518883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WA* h_max</a:t>
            </a: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7729AFCD-86E2-62BC-CC02-4395D65CEAEF}"/>
              </a:ext>
            </a:extLst>
          </p:cNvPr>
          <p:cNvSpPr txBox="1">
            <a:spLocks/>
          </p:cNvSpPr>
          <p:nvPr/>
        </p:nvSpPr>
        <p:spPr>
          <a:xfrm>
            <a:off x="912812" y="2194560"/>
            <a:ext cx="9868980" cy="4470400"/>
          </a:xfrm>
          <a:prstGeom prst="rect">
            <a:avLst/>
          </a:prstGeom>
        </p:spPr>
        <p:txBody>
          <a:bodyPr vert="horz" lIns="91440" tIns="45720" rIns="91440" bIns="45720" numCol="3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office1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office1 park1)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apartment2)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apartment2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chargeStation1 pub)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p3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mall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mall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pub)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switchLight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pub mall)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mall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apartment1 hotel)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p2 hotel)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hotel chargeStation2)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 chargeStation2)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chargeStation2 park1)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restaurant)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restaurant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p1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school)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school park2)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park2 office1)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 office1 apartment1)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p4 apartment1)</a:t>
            </a:r>
            <a:endParaRPr lang="it-IT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EB56AEF0-82C9-CC42-1483-4888FF540B45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66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803A-DC0A-C002-264E-183FE5D8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81400" cy="1325563"/>
          </a:xfrm>
        </p:spPr>
        <p:txBody>
          <a:bodyPr/>
          <a:lstStyle/>
          <a:p>
            <a:r>
              <a:rPr lang="it-IT" dirty="0" err="1">
                <a:latin typeface="Lucida Console" panose="020B0609040504020204" pitchFamily="49" charset="0"/>
              </a:rPr>
              <a:t>Indigolog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1DE7-CC80-6D7E-8C6D-D1FDD8A7D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710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To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perform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reasoning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task with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indigolog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simplified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domain by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using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map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of the first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problem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removing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possibility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traffic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lights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congested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locations.</a:t>
            </a:r>
          </a:p>
          <a:p>
            <a:pPr marL="0" indent="0">
              <a:buNone/>
            </a:pP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implemented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2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exogenous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actions and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studied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behavior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controllers in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response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to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AF07F82-C9A7-6D49-25A2-0D5FDD6E8BBB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937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4F09-53C0-E52A-1174-072B9D4F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75285"/>
            <a:ext cx="11719560" cy="1325563"/>
          </a:xfrm>
        </p:spPr>
        <p:txBody>
          <a:bodyPr>
            <a:normAutofit/>
          </a:bodyPr>
          <a:lstStyle/>
          <a:p>
            <a:r>
              <a:rPr lang="it-IT" sz="4000" dirty="0" err="1">
                <a:latin typeface="Lucida Console" panose="020B0609040504020204" pitchFamily="49" charset="0"/>
                <a:ea typeface="Verdana" panose="020B0604030504040204" pitchFamily="34" charset="0"/>
              </a:rPr>
              <a:t>Relational</a:t>
            </a:r>
            <a:r>
              <a:rPr lang="it-IT" sz="4000" dirty="0">
                <a:latin typeface="Lucida Console" panose="020B0609040504020204" pitchFamily="49" charset="0"/>
                <a:ea typeface="Verdana" panose="020B0604030504040204" pitchFamily="34" charset="0"/>
              </a:rPr>
              <a:t> and </a:t>
            </a:r>
            <a:r>
              <a:rPr lang="it-IT" sz="4000" dirty="0" err="1">
                <a:latin typeface="Lucida Console" panose="020B0609040504020204" pitchFamily="49" charset="0"/>
                <a:ea typeface="Verdana" panose="020B0604030504040204" pitchFamily="34" charset="0"/>
              </a:rPr>
              <a:t>functional</a:t>
            </a:r>
            <a:r>
              <a:rPr lang="it-IT" sz="4000" dirty="0">
                <a:latin typeface="Lucida Console" panose="020B0609040504020204" pitchFamily="49" charset="0"/>
                <a:ea typeface="Verdana" panose="020B0604030504040204" pitchFamily="34" charset="0"/>
              </a:rPr>
              <a:t> </a:t>
            </a:r>
            <a:r>
              <a:rPr lang="it-IT" sz="4000" dirty="0" err="1">
                <a:latin typeface="Lucida Console" panose="020B0609040504020204" pitchFamily="49" charset="0"/>
                <a:ea typeface="Verdana" panose="020B0604030504040204" pitchFamily="34" charset="0"/>
              </a:rPr>
              <a:t>fluents</a:t>
            </a:r>
            <a:endParaRPr lang="en-US" sz="4000" dirty="0">
              <a:latin typeface="Lucida Console" panose="020B0609040504020204" pitchFamily="49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E9DB7-61C2-C165-2FB5-64E93334C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endParaRPr lang="en-US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rel_fluent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(L)) :- location(L).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causes_true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(move(_, L2),  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(L2), true).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causes_false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(move(L1, _),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(L1), true).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</a:rPr>
              <a:t>congested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rel_fluent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(congested(L)) :- location(L).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on_taxi</a:t>
            </a:r>
            <a:endParaRPr lang="en-US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rel_fluent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on_taxi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(P)) :- passenger(P).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causes_true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_),  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on_taxi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(P), true).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causes_false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_),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on_taxi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(P), true).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request_to</a:t>
            </a:r>
            <a:endParaRPr lang="en-US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rel_fluent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request_to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L)) :- passenger(P), location(L).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causes_false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request_to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 true).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battery_level</a:t>
            </a:r>
            <a:endParaRPr lang="en-US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fun_fluent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battery_level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causes_val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(recharge(_),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battery_level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, 100, true).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passenger_at</a:t>
            </a:r>
            <a:endParaRPr lang="en-US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rel_fluent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L)) :- passenger(P), location(L).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causes_false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 true).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causes_true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 true).</a:t>
            </a:r>
          </a:p>
          <a:p>
            <a:pPr marL="0" indent="0">
              <a:buNone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30B85A40-917C-1F51-54E1-4004A2465DCB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096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0F89-554E-580F-ADC1-7ABE730D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11360" cy="1047114"/>
          </a:xfrm>
        </p:spPr>
        <p:txBody>
          <a:bodyPr/>
          <a:lstStyle/>
          <a:p>
            <a:r>
              <a:rPr lang="it-IT" dirty="0">
                <a:latin typeface="Lucida Console" panose="020B0609040504020204" pitchFamily="49" charset="0"/>
              </a:rPr>
              <a:t>Actions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F7810-45AA-A8B8-80FD-7490FE794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prim_action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</a:rPr>
              <a:t>move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(L1, L2)) :- location(L1), location(L2).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poss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(move(L1, L2),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 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(L1),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    and(road(L1, L2),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      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battery_level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&gt; (D * C))))) 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:- distance(L1, L2, D),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cost_per_distance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(C).</a:t>
            </a:r>
          </a:p>
          <a:p>
            <a:pPr marL="0" indent="0">
              <a:buNone/>
            </a:pPr>
            <a:b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prim_action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</a:rPr>
              <a:t>recharge(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L)) :- location(L).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poss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(recharge(L),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charge_station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   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battery_level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 100))).</a:t>
            </a:r>
          </a:p>
          <a:p>
            <a:pPr marL="0" indent="0">
              <a:buNone/>
            </a:pPr>
            <a:b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prim_action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L)) :- passenger(P), location(L).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poss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    neg(some(j,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on_taxi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(j)))))).</a:t>
            </a:r>
          </a:p>
          <a:p>
            <a:pPr marL="0" indent="0">
              <a:buNone/>
            </a:pPr>
            <a:b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prim_action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L)) :- passenger(P), location(L).</a:t>
            </a:r>
          </a:p>
          <a:p>
            <a:pPr marL="0" indent="0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poss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on_taxi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and(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taxi_at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(L),</a:t>
            </a:r>
          </a:p>
          <a:p>
            <a:pPr marL="0" indent="0">
              <a:buNone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       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request_to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(P, L)))).</a:t>
            </a:r>
            <a:b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23538427-4251-4C5A-6E1F-905C586BDA61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110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FB86-5FFD-8A24-EF6B-09965235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Lucida Console" panose="020B0609040504020204" pitchFamily="49" charset="0"/>
              </a:rPr>
              <a:t>Exogenous</a:t>
            </a:r>
            <a:r>
              <a:rPr lang="it-IT" dirty="0">
                <a:latin typeface="Lucida Console" panose="020B0609040504020204" pitchFamily="49" charset="0"/>
              </a:rPr>
              <a:t> actions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D1C17-3036-E326-7CEB-B38D2D6F5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4120" cy="306133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added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exogenous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actions to test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our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reactive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controller:</a:t>
            </a:r>
          </a:p>
          <a:p>
            <a:pPr>
              <a:lnSpc>
                <a:spcPct val="100000"/>
              </a:lnSpc>
            </a:pPr>
            <a:r>
              <a:rPr lang="it-IT" sz="2000" b="1" dirty="0">
                <a:latin typeface="Verdana" panose="020B0604030504040204" pitchFamily="34" charset="0"/>
                <a:ea typeface="Verdana" panose="020B0604030504040204" pitchFamily="34" charset="0"/>
              </a:rPr>
              <a:t>call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creates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a new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request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deleting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old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one from the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same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it-IT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move_p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: makes a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move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from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its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location to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another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, like a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teleportation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This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action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has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been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introduced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order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to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see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the taxi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reacts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passenger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moves</a:t>
            </a: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9EA95CE5-95E7-D2D2-181E-6962EBD246A4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Elemento grafico 5" descr="Passi di danza con riempimento a tinta unita">
            <a:extLst>
              <a:ext uri="{FF2B5EF4-FFF2-40B4-BE49-F238E27FC236}">
                <a16:creationId xmlns:a16="http://schemas.microsoft.com/office/drawing/2014/main" id="{98857498-B784-CDCF-40B6-0B1FEDAF6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920" y="3862228"/>
            <a:ext cx="2049463" cy="2049463"/>
          </a:xfrm>
          <a:prstGeom prst="rect">
            <a:avLst/>
          </a:prstGeom>
        </p:spPr>
      </p:pic>
      <p:pic>
        <p:nvPicPr>
          <p:cNvPr id="8" name="Elemento grafico 7" descr="Telefono viva voce con riempimento a tinta unita">
            <a:extLst>
              <a:ext uri="{FF2B5EF4-FFF2-40B4-BE49-F238E27FC236}">
                <a16:creationId xmlns:a16="http://schemas.microsoft.com/office/drawing/2014/main" id="{A07C4B27-09E5-C4E3-1EAA-FC02FBE51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4840" y="1825625"/>
            <a:ext cx="1838960" cy="183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07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0F2D-BE2E-4767-94EB-D20E61B3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Lucida Console" panose="020B0609040504020204" pitchFamily="49" charset="0"/>
              </a:rPr>
              <a:t>Legality</a:t>
            </a:r>
            <a:r>
              <a:rPr lang="it-IT" dirty="0">
                <a:latin typeface="Lucida Console" panose="020B0609040504020204" pitchFamily="49" charset="0"/>
              </a:rPr>
              <a:t> task</a:t>
            </a:r>
            <a:endParaRPr lang="en-US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7E88-1A30-F475-E7DD-D74D09F59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To test the domain,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we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series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of actions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as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input to the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legality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task, to check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its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it-IT" dirty="0" err="1">
                <a:latin typeface="Verdana" panose="020B0604030504040204" pitchFamily="34" charset="0"/>
                <a:ea typeface="Verdana" panose="020B0604030504040204" pitchFamily="34" charset="0"/>
              </a:rPr>
              <a:t>executability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it-IT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it-IT" b="1" dirty="0">
                <a:latin typeface="Verdana" panose="020B0604030504040204" pitchFamily="34" charset="0"/>
                <a:ea typeface="Verdana" panose="020B0604030504040204" pitchFamily="34" charset="0"/>
              </a:rPr>
              <a:t>first</a:t>
            </a:r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 task:</a:t>
            </a:r>
            <a:b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[move(park1, restaurant), move(restaurant, school),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(p2, school), move(school, restaurant),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(p2, restaurant)].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proved legal.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second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task: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[move(park1, restaurant), move(restaurant, school),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pickUp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(p2, school),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getOff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(p2, school)].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proved illegal, due to the lack of a request of p2 to reach school.</a:t>
            </a:r>
          </a:p>
          <a:p>
            <a:pPr marL="0" indent="0">
              <a:lnSpc>
                <a:spcPct val="120000"/>
              </a:lnSpc>
              <a:buNone/>
            </a:pP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C887E896-8B53-1C2E-3C2A-9E6E59A0ADC1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632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6B2755-46B6-A821-D539-696FB0C3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Projection task</a:t>
            </a:r>
            <a:endParaRPr lang="it-IT" dirty="0">
              <a:latin typeface="Lucida Console" panose="020B0609040504020204" pitchFamily="49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DB4BE-EF19-8B76-7AD8-50314AE79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01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</a:rPr>
              <a:t>For the projection task we wanted to check if a series of actions led to a desired state.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Write the condition 'and(f1(), neg(f2())).':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|: and(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taxi_at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(office), neg(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request_to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(p1, pub))).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Write the sequence of actions '[a1(), ..., an()].':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|: [move(park1, office),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(p1, office), move(office, park2), move(park2, school), move(school, pub),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(p1, pub), move(pub, school), move(school, park2), move(park2, office)].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and(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taxi_at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(office),neg(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request_to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(p1,pub))) HOLDS after executing [move(park1,office),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(p1,office),move(office,park2),move(park2,school),move(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school,pub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(p1,pub),move(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pub,school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),move(school,park2),move(park2,office)] true.</a:t>
            </a:r>
          </a:p>
          <a:p>
            <a:pPr marL="0" indent="0">
              <a:buNone/>
            </a:pPr>
            <a:endParaRPr lang="it-IT" sz="2000" dirty="0"/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36A7276A-0320-B90D-2E32-F5B6C2F421B5}"/>
              </a:ext>
            </a:extLst>
          </p:cNvPr>
          <p:cNvCxnSpPr>
            <a:cxnSpLocks/>
          </p:cNvCxnSpPr>
          <p:nvPr/>
        </p:nvCxnSpPr>
        <p:spPr>
          <a:xfrm>
            <a:off x="914400" y="1330960"/>
            <a:ext cx="96113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970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B8278F-19E6-47D4-B228-8CDD9184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405"/>
            <a:ext cx="4140200" cy="894715"/>
          </a:xfrm>
        </p:spPr>
        <p:txBody>
          <a:bodyPr/>
          <a:lstStyle/>
          <a:p>
            <a:r>
              <a:rPr lang="en-US" dirty="0">
                <a:latin typeface="Lucida Console" panose="020B0609040504020204" pitchFamily="49" charset="0"/>
              </a:rPr>
              <a:t>Controllers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F5393B2-8087-930B-7113-D625027F8199}"/>
              </a:ext>
            </a:extLst>
          </p:cNvPr>
          <p:cNvCxnSpPr/>
          <p:nvPr/>
        </p:nvCxnSpPr>
        <p:spPr>
          <a:xfrm>
            <a:off x="660400" y="1412240"/>
            <a:ext cx="1078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CE93FB-518C-51F4-4190-3AEFC7CC8E14}"/>
              </a:ext>
            </a:extLst>
          </p:cNvPr>
          <p:cNvSpPr txBox="1"/>
          <p:nvPr/>
        </p:nvSpPr>
        <p:spPr>
          <a:xfrm>
            <a:off x="660400" y="1802448"/>
            <a:ext cx="62585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We decided to create different types of controllers.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wander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 controller performs random actions and has to end up at the restaurant location.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dumb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 controller also preforms random actions, until it completes all passenger’s requests.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basic-battery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 controller has the goal to satisfy all requests, but has to keep an eye on the taxi’s battery that can go below a certain level and when it does, it needs to be charged.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reactive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 controller has to respond to exogenous actions.</a:t>
            </a:r>
          </a:p>
        </p:txBody>
      </p:sp>
      <p:pic>
        <p:nvPicPr>
          <p:cNvPr id="7" name="Elemento grafico 6" descr="Strada con due vie con un sentiero con riempimento a tinta unita">
            <a:extLst>
              <a:ext uri="{FF2B5EF4-FFF2-40B4-BE49-F238E27FC236}">
                <a16:creationId xmlns:a16="http://schemas.microsoft.com/office/drawing/2014/main" id="{0EE070E4-F93C-1A09-EE0E-3A7F2E8D9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840" y="2148839"/>
            <a:ext cx="3241040" cy="32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22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ADE7D8-D8BC-E6D9-11C1-55E47D6E0DB1}"/>
              </a:ext>
            </a:extLst>
          </p:cNvPr>
          <p:cNvSpPr txBox="1"/>
          <p:nvPr/>
        </p:nvSpPr>
        <p:spPr>
          <a:xfrm>
            <a:off x="660400" y="2352040"/>
            <a:ext cx="4973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wander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wander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)).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wander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random_action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  ?(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taxi_at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(pub))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]).</a:t>
            </a:r>
          </a:p>
          <a:p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Execution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of control(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wander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school,pub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),move(park1,restaurant)</a:t>
            </a:r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259440CC-F426-E1FC-481A-514325696D20}"/>
              </a:ext>
            </a:extLst>
          </p:cNvPr>
          <p:cNvSpPr txBox="1">
            <a:spLocks/>
          </p:cNvSpPr>
          <p:nvPr/>
        </p:nvSpPr>
        <p:spPr>
          <a:xfrm>
            <a:off x="838200" y="446405"/>
            <a:ext cx="4140200" cy="8947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ucida Console" panose="020B0609040504020204" pitchFamily="49" charset="0"/>
              </a:rPr>
              <a:t>Controllers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A0B3011E-1B49-A7A0-B526-48E68A2D4D4E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839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Elemento grafico 15" descr="Dado contorno">
            <a:extLst>
              <a:ext uri="{FF2B5EF4-FFF2-40B4-BE49-F238E27FC236}">
                <a16:creationId xmlns:a16="http://schemas.microsoft.com/office/drawing/2014/main" id="{7F6F6B2A-C1E8-5FB5-F9CE-76C28072D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9760" y="330200"/>
            <a:ext cx="2021840" cy="202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74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CE438-AEB0-6D6F-70DB-197E4061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E403D089-77D5-6DB4-DAE1-018E27410C67}"/>
              </a:ext>
            </a:extLst>
          </p:cNvPr>
          <p:cNvSpPr txBox="1">
            <a:spLocks/>
          </p:cNvSpPr>
          <p:nvPr/>
        </p:nvSpPr>
        <p:spPr>
          <a:xfrm>
            <a:off x="838200" y="446405"/>
            <a:ext cx="4140200" cy="8947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ucida Console" panose="020B0609040504020204" pitchFamily="49" charset="0"/>
              </a:rPr>
              <a:t>Controllers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44390F-18A2-66D1-127D-AFE122B69DE8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839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Elemento grafico 15" descr="Dado contorno">
            <a:extLst>
              <a:ext uri="{FF2B5EF4-FFF2-40B4-BE49-F238E27FC236}">
                <a16:creationId xmlns:a16="http://schemas.microsoft.com/office/drawing/2014/main" id="{E1F45F73-6D1C-0DFB-2D87-22B61987A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9760" y="330200"/>
            <a:ext cx="2021840" cy="202184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DFB1FF7-92E0-CC87-9373-7057B7556DD8}"/>
              </a:ext>
            </a:extLst>
          </p:cNvPr>
          <p:cNvSpPr txBox="1"/>
          <p:nvPr/>
        </p:nvSpPr>
        <p:spPr>
          <a:xfrm>
            <a:off x="944880" y="2352040"/>
            <a:ext cx="732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dumb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dumb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)).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dumb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random_action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  ?(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final_condition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]).</a:t>
            </a:r>
          </a:p>
          <a:p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Execution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of control(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dumb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(p1,bank),move(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office,bank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(p1,office),move(park1,office),move(restaurant,park1),move(park1,restaurant),move(restaurant,park1),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(p2,restaurant),move(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(p2,school),move(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),move(park1,restaurant)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207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447D-CE74-54BA-2278-C454456B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6EDCF79-16BE-1799-CA38-45989178A5F7}"/>
              </a:ext>
            </a:extLst>
          </p:cNvPr>
          <p:cNvSpPr txBox="1"/>
          <p:nvPr/>
        </p:nvSpPr>
        <p:spPr>
          <a:xfrm>
            <a:off x="838200" y="2237998"/>
            <a:ext cx="89865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(basic-battery),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(basic-battery)).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(basic-battery,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while(neg(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final_condition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battery_level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=&lt;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go_to_recharge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serve_some_passenger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))).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Execution of control(basic-battery)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(p2,restaurant),move(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(p2,school),move(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pub,school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),move(charge_station1,pub),recharge(charge_station1),move(restaurant,charge_station1),move(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bank,restaurant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(p1,bank),move(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office,bank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(p1,office),move(park1,office),move(restaurant,park1),move(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),move(park1,restaurant)</a:t>
            </a:r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1C8FAE88-B404-A141-9F4D-EE239B9E8888}"/>
              </a:ext>
            </a:extLst>
          </p:cNvPr>
          <p:cNvSpPr txBox="1">
            <a:spLocks/>
          </p:cNvSpPr>
          <p:nvPr/>
        </p:nvSpPr>
        <p:spPr>
          <a:xfrm>
            <a:off x="838200" y="446405"/>
            <a:ext cx="4140200" cy="8947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ucida Console" panose="020B0609040504020204" pitchFamily="49" charset="0"/>
              </a:rPr>
              <a:t>Controllers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033BEDE2-D3C1-0AEF-F0D5-004EF3188CC1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79349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Elemento grafico 5" descr="Batteria in carica con riempimento a tinta unita">
            <a:extLst>
              <a:ext uri="{FF2B5EF4-FFF2-40B4-BE49-F238E27FC236}">
                <a16:creationId xmlns:a16="http://schemas.microsoft.com/office/drawing/2014/main" id="{E416ABBE-999E-4A23-2649-32B48DE6F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040" y="58678"/>
            <a:ext cx="2524760" cy="252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27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2339-6EF6-226E-4D96-1D3B1A32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D90982-4102-2397-E85B-6927E7993823}"/>
              </a:ext>
            </a:extLst>
          </p:cNvPr>
          <p:cNvSpPr txBox="1"/>
          <p:nvPr/>
        </p:nvSpPr>
        <p:spPr>
          <a:xfrm>
            <a:off x="838200" y="1997839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(reactive), [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prioritized_interrupts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interrupt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(neg(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final_condition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[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has_changed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gexec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(neg(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has_changed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(basic-battery))]),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interrupt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(true, say("Waiting...")),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interrupt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(true, ?(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wait_exog_action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])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D53076EA-6CCF-3023-1E7B-8266424B628D}"/>
              </a:ext>
            </a:extLst>
          </p:cNvPr>
          <p:cNvSpPr txBox="1">
            <a:spLocks/>
          </p:cNvSpPr>
          <p:nvPr/>
        </p:nvSpPr>
        <p:spPr>
          <a:xfrm>
            <a:off x="838200" y="446405"/>
            <a:ext cx="4140200" cy="8947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ucida Console" panose="020B0609040504020204" pitchFamily="49" charset="0"/>
              </a:rPr>
              <a:t>Controllers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FC5BA556-4AC8-9534-B0AD-E8E095CF76EB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3108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0D57659-67CE-D0DE-8AEA-30E1EA007058}"/>
              </a:ext>
            </a:extLst>
          </p:cNvPr>
          <p:cNvSpPr/>
          <p:nvPr/>
        </p:nvSpPr>
        <p:spPr>
          <a:xfrm>
            <a:off x="1676400" y="5049519"/>
            <a:ext cx="8382000" cy="975357"/>
          </a:xfrm>
          <a:prstGeom prst="round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5CBA33C-D6C8-9268-F758-235806F934C9}"/>
              </a:ext>
            </a:extLst>
          </p:cNvPr>
          <p:cNvSpPr txBox="1"/>
          <p:nvPr/>
        </p:nvSpPr>
        <p:spPr>
          <a:xfrm>
            <a:off x="1875790" y="5213705"/>
            <a:ext cx="7999730" cy="646986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This controller handles the changes inside the world that can be caused by exogenous actions like the movement or the creation of a new request.</a:t>
            </a:r>
          </a:p>
        </p:txBody>
      </p:sp>
      <p:pic>
        <p:nvPicPr>
          <p:cNvPr id="11" name="Elemento grafico 10" descr="Sveglia che suona con riempimento a tinta unita">
            <a:extLst>
              <a:ext uri="{FF2B5EF4-FFF2-40B4-BE49-F238E27FC236}">
                <a16:creationId xmlns:a16="http://schemas.microsoft.com/office/drawing/2014/main" id="{8AF385CB-9727-4F2D-4FE7-6AFA2D120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7201" y="157479"/>
            <a:ext cx="2006599" cy="200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88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E13DA920-1022-F984-BBD9-4E2D39589C58}"/>
              </a:ext>
            </a:extLst>
          </p:cNvPr>
          <p:cNvSpPr txBox="1"/>
          <p:nvPr/>
        </p:nvSpPr>
        <p:spPr>
          <a:xfrm>
            <a:off x="660400" y="2037924"/>
            <a:ext cx="108407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Execution of control(reactive)</a:t>
            </a:r>
          </a:p>
          <a:p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(p3,restaurant),move(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bank,restaurant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),move(park2,bank),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(p3,park2),move(school,park2),move(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),move(charge_station1,pub),recharge(charge_station1),move(restaurant,charge_station1),move(park1,restaurant),move(restaurant,park1),move(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),call(p3,restaurant),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move_p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(p3,park2),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(p2,restaurant),move(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(p2,school),move(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),move(charge_station1,pub),recharge(charge_station1),move(restaurant,charge_station1),move(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bank,restaurant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(p1,bank),move(park2,bank),move(school,park2),move(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school,restaurant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(p1,pub),move(charge_station1,pub),recharge(charge_station1),move(pub,charge_station1),call(p1,bank),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getOff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(p1,pub),move(charge_station1,pub),move(restaurant,charge_station1),move(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bank,restaurant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office,bank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pickUp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(p1,office),move(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bank,office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),move(park2,bank),move(school,park2),move(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restaurant,school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),move(park1,restaurant),unset(</a:t>
            </a: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has_changed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370A89B8-3CD1-236F-C2E7-764D8011D32C}"/>
              </a:ext>
            </a:extLst>
          </p:cNvPr>
          <p:cNvSpPr txBox="1">
            <a:spLocks/>
          </p:cNvSpPr>
          <p:nvPr/>
        </p:nvSpPr>
        <p:spPr>
          <a:xfrm>
            <a:off x="838200" y="446405"/>
            <a:ext cx="4140200" cy="8947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ucida Console" panose="020B0609040504020204" pitchFamily="49" charset="0"/>
              </a:rPr>
              <a:t>Controllers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95800B8-2EAD-E7EC-CF47-467C2E8F9141}"/>
              </a:ext>
            </a:extLst>
          </p:cNvPr>
          <p:cNvCxnSpPr>
            <a:cxnSpLocks/>
          </p:cNvCxnSpPr>
          <p:nvPr/>
        </p:nvCxnSpPr>
        <p:spPr>
          <a:xfrm>
            <a:off x="660400" y="1412240"/>
            <a:ext cx="83108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Elemento grafico 5" descr="Sveglia che suona con riempimento a tinta unita">
            <a:extLst>
              <a:ext uri="{FF2B5EF4-FFF2-40B4-BE49-F238E27FC236}">
                <a16:creationId xmlns:a16="http://schemas.microsoft.com/office/drawing/2014/main" id="{759F8D19-AEC4-F7F5-8315-BF9564087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7201" y="157479"/>
            <a:ext cx="2006599" cy="200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48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E302-6CF9-9CAA-3104-3CA16643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DD780E4-0253-0743-F2B6-1F2B039F7D3C}"/>
              </a:ext>
            </a:extLst>
          </p:cNvPr>
          <p:cNvSpPr txBox="1">
            <a:spLocks/>
          </p:cNvSpPr>
          <p:nvPr/>
        </p:nvSpPr>
        <p:spPr>
          <a:xfrm>
            <a:off x="2407920" y="1635125"/>
            <a:ext cx="7071360" cy="133159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Lucida Console" panose="020B0609040504020204" pitchFamily="49" charset="0"/>
              </a:rPr>
              <a:t>Thank you for the attention</a:t>
            </a:r>
            <a:endParaRPr lang="it-IT" dirty="0">
              <a:latin typeface="Lucida Console" panose="020B0609040504020204" pitchFamily="49" charset="0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6F4A8DF-3949-4CCD-EAEF-513B924044DA}"/>
              </a:ext>
            </a:extLst>
          </p:cNvPr>
          <p:cNvCxnSpPr>
            <a:cxnSpLocks/>
          </p:cNvCxnSpPr>
          <p:nvPr/>
        </p:nvCxnSpPr>
        <p:spPr>
          <a:xfrm>
            <a:off x="2032000" y="3169920"/>
            <a:ext cx="83108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4ED5C6AD-BCF8-A937-BD37-15D541017C42}"/>
              </a:ext>
            </a:extLst>
          </p:cNvPr>
          <p:cNvSpPr txBox="1">
            <a:spLocks/>
          </p:cNvSpPr>
          <p:nvPr/>
        </p:nvSpPr>
        <p:spPr>
          <a:xfrm>
            <a:off x="1950720" y="3922396"/>
            <a:ext cx="8392160" cy="126999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https://github.com/serenaragaglia/taxi_planning.git</a:t>
            </a:r>
            <a:endParaRPr lang="it-I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9848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3644</Words>
  <Application>Microsoft Office PowerPoint</Application>
  <PresentationFormat>Widescreen</PresentationFormat>
  <Paragraphs>560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Lucida Console</vt:lpstr>
      <vt:lpstr>Verdana</vt:lpstr>
      <vt:lpstr>Tema di Office</vt:lpstr>
      <vt:lpstr>Taxi Planning </vt:lpstr>
      <vt:lpstr>Domain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Problems</vt:lpstr>
      <vt:lpstr>Presentazione standard di PowerPoint</vt:lpstr>
      <vt:lpstr>Presentazione standard di PowerPoint</vt:lpstr>
      <vt:lpstr>Presentazione standard di PowerPoint</vt:lpstr>
      <vt:lpstr>Comparing h_add and h_max</vt:lpstr>
      <vt:lpstr>Problem 1</vt:lpstr>
      <vt:lpstr>Problem 2</vt:lpstr>
      <vt:lpstr>Problem 2</vt:lpstr>
      <vt:lpstr>Problem 3</vt:lpstr>
      <vt:lpstr>Problem 3</vt:lpstr>
      <vt:lpstr>Indigolog</vt:lpstr>
      <vt:lpstr>Relational and functional fluents</vt:lpstr>
      <vt:lpstr>Actions</vt:lpstr>
      <vt:lpstr>Exogenous actions</vt:lpstr>
      <vt:lpstr>Legality task</vt:lpstr>
      <vt:lpstr>Projection task</vt:lpstr>
      <vt:lpstr>Controllers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Di Nola</dc:creator>
  <cp:lastModifiedBy>Serena Ragaglia</cp:lastModifiedBy>
  <cp:revision>8</cp:revision>
  <dcterms:created xsi:type="dcterms:W3CDTF">2026-02-10T18:32:19Z</dcterms:created>
  <dcterms:modified xsi:type="dcterms:W3CDTF">2026-02-12T14:57:05Z</dcterms:modified>
</cp:coreProperties>
</file>